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314" r:id="rId4"/>
    <p:sldMasterId id="2147485328" r:id="rId5"/>
  </p:sldMasterIdLst>
  <p:notesMasterIdLst>
    <p:notesMasterId r:id="rId7"/>
  </p:notesMasterIdLst>
  <p:sldIdLst>
    <p:sldId id="457" r:id="rId6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Preiss" initials="" lastIdx="1" clrIdx="0"/>
  <p:cmAuthor id="2" name="Scott Whitmire" initials="" lastIdx="1" clrIdx="1"/>
  <p:cmAuthor id="3" name="Unknown User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7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100" d="100"/>
          <a:sy n="100" d="100"/>
        </p:scale>
        <p:origin x="946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465D99-BF81-6CD1-7DA2-BA2915E81D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71FDA-82D4-9E3A-D285-4D23D9C2C1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B1A100D-F7CD-4C8F-9AE7-358A4E7C72ED}" type="datetimeFigureOut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5D0375-3BF3-7FA5-FED2-9266AAA91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47F4AA-4A92-DE66-9378-3BD4CB3EB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9105-922C-E0DA-A809-CB194DD070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919AC-4241-BD6A-D6A5-48C296FEC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44EEC7-C086-4DD4-813B-2D8C50D16A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9D3C3DB4-8B57-E7E5-16C6-185EAF1A5B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B87071E6-4DDC-F21C-05C3-E08F6E03B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BUSINESS CASE NABC CARD-048</a:t>
            </a: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FCC27B99-7F4F-708D-22A9-E62A4A0390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998AEC3-D0FD-4371-9E67-5A1E6820CBF7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41968-2A75-8D2B-D37A-633AB19F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B0918-6A6B-47D5-90B3-63633EDAF9EB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E38EE-439B-F74A-96EB-4F53F3B7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D6BB-570E-2357-5EA3-C65A88AB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6C8AD-1C38-48BC-8445-7A4D78910F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9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2FCF3-CFBB-ED25-93AA-C47BB6D4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94943-BB62-4AD0-AF3D-6C996F701022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F119F-9E5C-D72D-AB70-A2730A65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FC56B-D0A0-9C53-B7E1-3B551612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CAFFC-2846-46EC-B39B-8CA88BF2BC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3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94663-B831-85A8-3960-B1973266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6DDD-2E34-4E74-AD54-4A75A650B89B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7F8F-F44E-E7FC-67A1-4B50A173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4B664-8547-D4C4-7AE4-84D83FB3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76D0D-2867-4D6E-969E-994E4C6560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BC96F5-24CB-85E3-F04F-99E1AB75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7ECB-9711-4F40-924D-EFDEB450FFB2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CED628F-104B-4C2B-DE20-A3D6E607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D7DE1D-45DD-848C-9A55-88A577A1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4EB99-D4CF-42B3-8159-A49791BA93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7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8E0284E-FDD3-0F02-29E5-3136AB30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6221B-FBCC-46AC-B314-8671FE0379B4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0882B6-711F-1A19-EB15-3FA3F9E4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0BA09E3-826F-F59B-68F8-3251C783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CAD48-488F-44E3-AA55-28FCF3CEE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1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BF39C0-689D-514D-C5AB-61FF36664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7B20E-8A78-421A-A96C-80C8B09C8EC0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BC7BBD4-903E-208C-E52E-36A726B9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4E7FC-AC27-82E4-D8F9-65E92593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DC967-C988-4C44-9C16-132E35F7DF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8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8121FF61-4652-76E3-F706-15CEF1B2A5B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423025" y="6276975"/>
            <a:ext cx="2224088" cy="369888"/>
            <a:chOff x="25958979" y="28320386"/>
            <a:chExt cx="12864921" cy="2137469"/>
          </a:xfrm>
        </p:grpSpPr>
        <p:pic>
          <p:nvPicPr>
            <p:cNvPr id="3" name="Picture 7">
              <a:extLst>
                <a:ext uri="{FF2B5EF4-FFF2-40B4-BE49-F238E27FC236}">
                  <a16:creationId xmlns:a16="http://schemas.microsoft.com/office/drawing/2014/main" id="{840AB216-C2F2-ABF6-40C2-2A382626C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94135" y="28320386"/>
              <a:ext cx="7829765" cy="2137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8">
              <a:extLst>
                <a:ext uri="{FF2B5EF4-FFF2-40B4-BE49-F238E27FC236}">
                  <a16:creationId xmlns:a16="http://schemas.microsoft.com/office/drawing/2014/main" id="{7D47F9CC-0011-F984-6E14-BD674416A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1370" y="28550762"/>
              <a:ext cx="4866169" cy="1635687"/>
            </a:xfrm>
            <a:custGeom>
              <a:avLst/>
              <a:gdLst>
                <a:gd name="T0" fmla="*/ 116956 w 4866168"/>
                <a:gd name="T1" fmla="*/ 0 h 1635686"/>
                <a:gd name="T2" fmla="*/ 4752277 w 4866168"/>
                <a:gd name="T3" fmla="*/ 8257 h 1635686"/>
                <a:gd name="T4" fmla="*/ 4874921 w 4866168"/>
                <a:gd name="T5" fmla="*/ 137475 h 1635686"/>
                <a:gd name="T6" fmla="*/ 4869233 w 4866168"/>
                <a:gd name="T7" fmla="*/ 1663932 h 1635686"/>
                <a:gd name="T8" fmla="*/ 0 w 4866168"/>
                <a:gd name="T9" fmla="*/ 1663932 h 1635686"/>
                <a:gd name="T10" fmla="*/ 0 w 4866168"/>
                <a:gd name="T11" fmla="*/ 131802 h 1635686"/>
                <a:gd name="T12" fmla="*/ 116956 w 4866168"/>
                <a:gd name="T13" fmla="*/ 0 h 16356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66168" h="1635686">
                  <a:moveTo>
                    <a:pt x="116956" y="0"/>
                  </a:moveTo>
                  <a:lnTo>
                    <a:pt x="4752274" y="8257"/>
                  </a:lnTo>
                  <a:cubicBezTo>
                    <a:pt x="4817051" y="8257"/>
                    <a:pt x="4874918" y="-1369"/>
                    <a:pt x="4874918" y="137475"/>
                  </a:cubicBezTo>
                  <a:lnTo>
                    <a:pt x="4869230" y="1663929"/>
                  </a:lnTo>
                  <a:lnTo>
                    <a:pt x="0" y="1663929"/>
                  </a:lnTo>
                  <a:lnTo>
                    <a:pt x="0" y="131802"/>
                  </a:lnTo>
                  <a:cubicBezTo>
                    <a:pt x="0" y="63352"/>
                    <a:pt x="6624" y="0"/>
                    <a:pt x="116956" y="0"/>
                  </a:cubicBezTo>
                  <a:close/>
                </a:path>
              </a:pathLst>
            </a:custGeom>
            <a:solidFill>
              <a:srgbClr val="AAB2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5" name="Freeform: Shape 9">
              <a:extLst>
                <a:ext uri="{FF2B5EF4-FFF2-40B4-BE49-F238E27FC236}">
                  <a16:creationId xmlns:a16="http://schemas.microsoft.com/office/drawing/2014/main" id="{3CE31BFF-9646-398E-A692-0C634E9EC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5546" y="28773914"/>
              <a:ext cx="1104089" cy="1104089"/>
            </a:xfrm>
            <a:custGeom>
              <a:avLst/>
              <a:gdLst>
                <a:gd name="T0" fmla="*/ 1115117 w 1104088"/>
                <a:gd name="T1" fmla="*/ 557838 h 1104088"/>
                <a:gd name="T2" fmla="*/ 557897 w 1104088"/>
                <a:gd name="T3" fmla="*/ 1115673 h 1104088"/>
                <a:gd name="T4" fmla="*/ 0 w 1104088"/>
                <a:gd name="T5" fmla="*/ 558512 h 1104088"/>
                <a:gd name="T6" fmla="*/ 0 w 1104088"/>
                <a:gd name="T7" fmla="*/ 557838 h 1104088"/>
                <a:gd name="T8" fmla="*/ 557223 w 1104088"/>
                <a:gd name="T9" fmla="*/ 0 h 1104088"/>
                <a:gd name="T10" fmla="*/ 1115117 w 1104088"/>
                <a:gd name="T11" fmla="*/ 557164 h 1104088"/>
                <a:gd name="T12" fmla="*/ 1115117 w 1104088"/>
                <a:gd name="T13" fmla="*/ 557838 h 11040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04088" h="1104088">
                  <a:moveTo>
                    <a:pt x="1115114" y="557835"/>
                  </a:moveTo>
                  <a:cubicBezTo>
                    <a:pt x="1115327" y="865718"/>
                    <a:pt x="865841" y="1115453"/>
                    <a:pt x="557894" y="1115670"/>
                  </a:cubicBezTo>
                  <a:cubicBezTo>
                    <a:pt x="249983" y="1115847"/>
                    <a:pt x="178" y="866392"/>
                    <a:pt x="0" y="558509"/>
                  </a:cubicBezTo>
                  <a:cubicBezTo>
                    <a:pt x="0" y="558271"/>
                    <a:pt x="0" y="558073"/>
                    <a:pt x="0" y="557835"/>
                  </a:cubicBezTo>
                  <a:cubicBezTo>
                    <a:pt x="-177" y="249912"/>
                    <a:pt x="249309" y="178"/>
                    <a:pt x="557220" y="0"/>
                  </a:cubicBezTo>
                  <a:cubicBezTo>
                    <a:pt x="865202" y="-199"/>
                    <a:pt x="1114937" y="249277"/>
                    <a:pt x="1115114" y="557161"/>
                  </a:cubicBezTo>
                  <a:cubicBezTo>
                    <a:pt x="1115114" y="557360"/>
                    <a:pt x="1115114" y="557597"/>
                    <a:pt x="1115114" y="5578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5459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6" name="Freeform: Shape 10">
              <a:extLst>
                <a:ext uri="{FF2B5EF4-FFF2-40B4-BE49-F238E27FC236}">
                  <a16:creationId xmlns:a16="http://schemas.microsoft.com/office/drawing/2014/main" id="{5F7055DC-4D1A-74F5-FFC1-890B4F07F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4382" y="28692177"/>
              <a:ext cx="1267657" cy="1267657"/>
            </a:xfrm>
            <a:custGeom>
              <a:avLst/>
              <a:gdLst>
                <a:gd name="T0" fmla="*/ 1091986 w 1267657"/>
                <a:gd name="T1" fmla="*/ 185471 h 1267657"/>
                <a:gd name="T2" fmla="*/ 1277442 w 1267657"/>
                <a:gd name="T3" fmla="*/ 639553 h 1267657"/>
                <a:gd name="T4" fmla="*/ 1095179 w 1267657"/>
                <a:gd name="T5" fmla="*/ 1088883 h 1267657"/>
                <a:gd name="T6" fmla="*/ 637923 w 1267657"/>
                <a:gd name="T7" fmla="*/ 1279142 h 1267657"/>
                <a:gd name="T8" fmla="*/ 188650 w 1267657"/>
                <a:gd name="T9" fmla="*/ 1090479 h 1267657"/>
                <a:gd name="T10" fmla="*/ 0 w 1267657"/>
                <a:gd name="T11" fmla="*/ 639553 h 1267657"/>
                <a:gd name="T12" fmla="*/ 188650 w 1267657"/>
                <a:gd name="T13" fmla="*/ 185471 h 1267657"/>
                <a:gd name="T14" fmla="*/ 637923 w 1267657"/>
                <a:gd name="T15" fmla="*/ 0 h 1267657"/>
                <a:gd name="T16" fmla="*/ 1091986 w 1267657"/>
                <a:gd name="T17" fmla="*/ 185471 h 1267657"/>
                <a:gd name="T18" fmla="*/ 271906 w 1267657"/>
                <a:gd name="T19" fmla="*/ 268647 h 1267657"/>
                <a:gd name="T20" fmla="*/ 115112 w 1267657"/>
                <a:gd name="T21" fmla="*/ 639730 h 1267657"/>
                <a:gd name="T22" fmla="*/ 270274 w 1267657"/>
                <a:gd name="T23" fmla="*/ 1007586 h 1267657"/>
                <a:gd name="T24" fmla="*/ 639803 w 1267657"/>
                <a:gd name="T25" fmla="*/ 1162731 h 1267657"/>
                <a:gd name="T26" fmla="*/ 1012524 w 1267657"/>
                <a:gd name="T27" fmla="*/ 1005990 h 1267657"/>
                <a:gd name="T28" fmla="*/ 1162898 w 1267657"/>
                <a:gd name="T29" fmla="*/ 639730 h 1267657"/>
                <a:gd name="T30" fmla="*/ 1010112 w 1267657"/>
                <a:gd name="T31" fmla="*/ 267831 h 1267657"/>
                <a:gd name="T32" fmla="*/ 639803 w 1267657"/>
                <a:gd name="T33" fmla="*/ 115099 h 1267657"/>
                <a:gd name="T34" fmla="*/ 271906 w 1267657"/>
                <a:gd name="T35" fmla="*/ 268647 h 1267657"/>
                <a:gd name="T36" fmla="*/ 546968 w 1267657"/>
                <a:gd name="T37" fmla="*/ 577340 h 1267657"/>
                <a:gd name="T38" fmla="*/ 475205 w 1267657"/>
                <a:gd name="T39" fmla="*/ 525128 h 1267657"/>
                <a:gd name="T40" fmla="*/ 390637 w 1267657"/>
                <a:gd name="T41" fmla="*/ 638915 h 1267657"/>
                <a:gd name="T42" fmla="*/ 475205 w 1267657"/>
                <a:gd name="T43" fmla="*/ 752737 h 1267657"/>
                <a:gd name="T44" fmla="*/ 554950 w 1267657"/>
                <a:gd name="T45" fmla="*/ 697227 h 1267657"/>
                <a:gd name="T46" fmla="*/ 633099 w 1267657"/>
                <a:gd name="T47" fmla="*/ 738833 h 1267657"/>
                <a:gd name="T48" fmla="*/ 465486 w 1267657"/>
                <a:gd name="T49" fmla="*/ 838112 h 1267657"/>
                <a:gd name="T50" fmla="*/ 327422 w 1267657"/>
                <a:gd name="T51" fmla="*/ 785263 h 1267657"/>
                <a:gd name="T52" fmla="*/ 275524 w 1267657"/>
                <a:gd name="T53" fmla="*/ 639553 h 1267657"/>
                <a:gd name="T54" fmla="*/ 328983 w 1267657"/>
                <a:gd name="T55" fmla="*/ 494660 h 1267657"/>
                <a:gd name="T56" fmla="*/ 462293 w 1267657"/>
                <a:gd name="T57" fmla="*/ 440994 h 1267657"/>
                <a:gd name="T58" fmla="*/ 631538 w 1267657"/>
                <a:gd name="T59" fmla="*/ 534031 h 1267657"/>
                <a:gd name="T60" fmla="*/ 546968 w 1267657"/>
                <a:gd name="T61" fmla="*/ 577340 h 1267657"/>
                <a:gd name="T62" fmla="*/ 914582 w 1267657"/>
                <a:gd name="T63" fmla="*/ 577340 h 1267657"/>
                <a:gd name="T64" fmla="*/ 844273 w 1267657"/>
                <a:gd name="T65" fmla="*/ 525128 h 1267657"/>
                <a:gd name="T66" fmla="*/ 758001 w 1267657"/>
                <a:gd name="T67" fmla="*/ 638915 h 1267657"/>
                <a:gd name="T68" fmla="*/ 844273 w 1267657"/>
                <a:gd name="T69" fmla="*/ 752737 h 1267657"/>
                <a:gd name="T70" fmla="*/ 922564 w 1267657"/>
                <a:gd name="T71" fmla="*/ 697227 h 1267657"/>
                <a:gd name="T72" fmla="*/ 1002450 w 1267657"/>
                <a:gd name="T73" fmla="*/ 738833 h 1267657"/>
                <a:gd name="T74" fmla="*/ 835121 w 1267657"/>
                <a:gd name="T75" fmla="*/ 838112 h 1267657"/>
                <a:gd name="T76" fmla="*/ 697235 w 1267657"/>
                <a:gd name="T77" fmla="*/ 785263 h 1267657"/>
                <a:gd name="T78" fmla="*/ 645479 w 1267657"/>
                <a:gd name="T79" fmla="*/ 639553 h 1267657"/>
                <a:gd name="T80" fmla="*/ 698087 w 1267657"/>
                <a:gd name="T81" fmla="*/ 494660 h 1267657"/>
                <a:gd name="T82" fmla="*/ 831928 w 1267657"/>
                <a:gd name="T83" fmla="*/ 440994 h 1267657"/>
                <a:gd name="T84" fmla="*/ 1000818 w 1267657"/>
                <a:gd name="T85" fmla="*/ 534031 h 1267657"/>
                <a:gd name="T86" fmla="*/ 914582 w 1267657"/>
                <a:gd name="T87" fmla="*/ 577340 h 126765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67657" h="1267657">
                  <a:moveTo>
                    <a:pt x="1091986" y="185471"/>
                  </a:moveTo>
                  <a:cubicBezTo>
                    <a:pt x="1215611" y="309118"/>
                    <a:pt x="1277442" y="460502"/>
                    <a:pt x="1277442" y="639553"/>
                  </a:cubicBezTo>
                  <a:cubicBezTo>
                    <a:pt x="1277442" y="818675"/>
                    <a:pt x="1216675" y="968427"/>
                    <a:pt x="1095179" y="1088883"/>
                  </a:cubicBezTo>
                  <a:cubicBezTo>
                    <a:pt x="966196" y="1215722"/>
                    <a:pt x="813801" y="1279142"/>
                    <a:pt x="637923" y="1279142"/>
                  </a:cubicBezTo>
                  <a:cubicBezTo>
                    <a:pt x="464173" y="1279142"/>
                    <a:pt x="314403" y="1216290"/>
                    <a:pt x="188650" y="1090479"/>
                  </a:cubicBezTo>
                  <a:cubicBezTo>
                    <a:pt x="62859" y="964703"/>
                    <a:pt x="0" y="814418"/>
                    <a:pt x="0" y="639553"/>
                  </a:cubicBezTo>
                  <a:cubicBezTo>
                    <a:pt x="0" y="464759"/>
                    <a:pt x="62859" y="313410"/>
                    <a:pt x="188650" y="185471"/>
                  </a:cubicBezTo>
                  <a:cubicBezTo>
                    <a:pt x="311211" y="61788"/>
                    <a:pt x="460980" y="0"/>
                    <a:pt x="637923" y="0"/>
                  </a:cubicBezTo>
                  <a:cubicBezTo>
                    <a:pt x="816994" y="0"/>
                    <a:pt x="968324" y="61788"/>
                    <a:pt x="1091986" y="185471"/>
                  </a:cubicBezTo>
                  <a:close/>
                  <a:moveTo>
                    <a:pt x="271906" y="268647"/>
                  </a:moveTo>
                  <a:cubicBezTo>
                    <a:pt x="167365" y="374205"/>
                    <a:pt x="115112" y="497852"/>
                    <a:pt x="115112" y="639730"/>
                  </a:cubicBezTo>
                  <a:cubicBezTo>
                    <a:pt x="115112" y="781538"/>
                    <a:pt x="166833" y="904157"/>
                    <a:pt x="270274" y="1007586"/>
                  </a:cubicBezTo>
                  <a:cubicBezTo>
                    <a:pt x="373751" y="1111016"/>
                    <a:pt x="496915" y="1162731"/>
                    <a:pt x="639803" y="1162731"/>
                  </a:cubicBezTo>
                  <a:cubicBezTo>
                    <a:pt x="782726" y="1162731"/>
                    <a:pt x="906920" y="1110519"/>
                    <a:pt x="1012524" y="1005990"/>
                  </a:cubicBezTo>
                  <a:cubicBezTo>
                    <a:pt x="1112774" y="908981"/>
                    <a:pt x="1162898" y="786894"/>
                    <a:pt x="1162898" y="639730"/>
                  </a:cubicBezTo>
                  <a:cubicBezTo>
                    <a:pt x="1162898" y="493666"/>
                    <a:pt x="1111957" y="369700"/>
                    <a:pt x="1010112" y="267831"/>
                  </a:cubicBezTo>
                  <a:cubicBezTo>
                    <a:pt x="908267" y="166033"/>
                    <a:pt x="784854" y="115099"/>
                    <a:pt x="639803" y="115099"/>
                  </a:cubicBezTo>
                  <a:cubicBezTo>
                    <a:pt x="494786" y="115099"/>
                    <a:pt x="372119" y="166282"/>
                    <a:pt x="271906" y="268647"/>
                  </a:cubicBezTo>
                  <a:close/>
                  <a:moveTo>
                    <a:pt x="546968" y="577340"/>
                  </a:moveTo>
                  <a:cubicBezTo>
                    <a:pt x="531006" y="542508"/>
                    <a:pt x="507096" y="525128"/>
                    <a:pt x="475205" y="525128"/>
                  </a:cubicBezTo>
                  <a:cubicBezTo>
                    <a:pt x="418838" y="525128"/>
                    <a:pt x="390637" y="563045"/>
                    <a:pt x="390637" y="638915"/>
                  </a:cubicBezTo>
                  <a:cubicBezTo>
                    <a:pt x="390637" y="714820"/>
                    <a:pt x="418838" y="752737"/>
                    <a:pt x="475205" y="752737"/>
                  </a:cubicBezTo>
                  <a:cubicBezTo>
                    <a:pt x="512417" y="752737"/>
                    <a:pt x="539022" y="734257"/>
                    <a:pt x="554950" y="697227"/>
                  </a:cubicBezTo>
                  <a:lnTo>
                    <a:pt x="633099" y="738833"/>
                  </a:lnTo>
                  <a:cubicBezTo>
                    <a:pt x="595851" y="804984"/>
                    <a:pt x="539980" y="838112"/>
                    <a:pt x="465486" y="838112"/>
                  </a:cubicBezTo>
                  <a:cubicBezTo>
                    <a:pt x="408018" y="838112"/>
                    <a:pt x="361973" y="820484"/>
                    <a:pt x="327422" y="785263"/>
                  </a:cubicBezTo>
                  <a:cubicBezTo>
                    <a:pt x="292799" y="750041"/>
                    <a:pt x="275524" y="701483"/>
                    <a:pt x="275524" y="639553"/>
                  </a:cubicBezTo>
                  <a:cubicBezTo>
                    <a:pt x="275524" y="578723"/>
                    <a:pt x="293332" y="530413"/>
                    <a:pt x="328983" y="494660"/>
                  </a:cubicBezTo>
                  <a:cubicBezTo>
                    <a:pt x="364669" y="458906"/>
                    <a:pt x="409047" y="440994"/>
                    <a:pt x="462293" y="440994"/>
                  </a:cubicBezTo>
                  <a:cubicBezTo>
                    <a:pt x="541045" y="440994"/>
                    <a:pt x="597448" y="472030"/>
                    <a:pt x="631538" y="534031"/>
                  </a:cubicBezTo>
                  <a:lnTo>
                    <a:pt x="546968" y="577340"/>
                  </a:lnTo>
                  <a:close/>
                  <a:moveTo>
                    <a:pt x="914582" y="577340"/>
                  </a:moveTo>
                  <a:cubicBezTo>
                    <a:pt x="898618" y="542508"/>
                    <a:pt x="875171" y="525128"/>
                    <a:pt x="844273" y="525128"/>
                  </a:cubicBezTo>
                  <a:cubicBezTo>
                    <a:pt x="786771" y="525128"/>
                    <a:pt x="758001" y="563045"/>
                    <a:pt x="758001" y="638915"/>
                  </a:cubicBezTo>
                  <a:cubicBezTo>
                    <a:pt x="758001" y="714820"/>
                    <a:pt x="786771" y="752737"/>
                    <a:pt x="844273" y="752737"/>
                  </a:cubicBezTo>
                  <a:cubicBezTo>
                    <a:pt x="881556" y="752737"/>
                    <a:pt x="907664" y="734257"/>
                    <a:pt x="922564" y="697227"/>
                  </a:cubicBezTo>
                  <a:lnTo>
                    <a:pt x="1002450" y="738833"/>
                  </a:lnTo>
                  <a:cubicBezTo>
                    <a:pt x="965273" y="804984"/>
                    <a:pt x="909473" y="838112"/>
                    <a:pt x="835121" y="838112"/>
                  </a:cubicBezTo>
                  <a:cubicBezTo>
                    <a:pt x="777725" y="838112"/>
                    <a:pt x="731786" y="820484"/>
                    <a:pt x="697235" y="785263"/>
                  </a:cubicBezTo>
                  <a:cubicBezTo>
                    <a:pt x="662755" y="750041"/>
                    <a:pt x="645479" y="701483"/>
                    <a:pt x="645479" y="639553"/>
                  </a:cubicBezTo>
                  <a:cubicBezTo>
                    <a:pt x="645479" y="578723"/>
                    <a:pt x="663003" y="530413"/>
                    <a:pt x="698087" y="494660"/>
                  </a:cubicBezTo>
                  <a:cubicBezTo>
                    <a:pt x="733099" y="458906"/>
                    <a:pt x="777725" y="440994"/>
                    <a:pt x="831928" y="440994"/>
                  </a:cubicBezTo>
                  <a:cubicBezTo>
                    <a:pt x="910538" y="440994"/>
                    <a:pt x="966870" y="472030"/>
                    <a:pt x="1000818" y="534031"/>
                  </a:cubicBezTo>
                  <a:lnTo>
                    <a:pt x="914582" y="5773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5459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F046C413-F134-B2D7-AD0D-CE8BD50EC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8979" y="28531279"/>
              <a:ext cx="4907061" cy="1676579"/>
            </a:xfrm>
            <a:custGeom>
              <a:avLst/>
              <a:gdLst>
                <a:gd name="T0" fmla="*/ 4815181 w 4907061"/>
                <a:gd name="T1" fmla="*/ 0 h 1676578"/>
                <a:gd name="T2" fmla="*/ 91882 w 4907061"/>
                <a:gd name="T3" fmla="*/ 0 h 1676578"/>
                <a:gd name="T4" fmla="*/ 0 w 4907061"/>
                <a:gd name="T5" fmla="*/ 91884 h 1676578"/>
                <a:gd name="T6" fmla="*/ 0 w 4907061"/>
                <a:gd name="T7" fmla="*/ 1696703 h 1676578"/>
                <a:gd name="T8" fmla="*/ 20725 w 4907061"/>
                <a:gd name="T9" fmla="*/ 1717466 h 1676578"/>
                <a:gd name="T10" fmla="*/ 4886297 w 4907061"/>
                <a:gd name="T11" fmla="*/ 1717466 h 1676578"/>
                <a:gd name="T12" fmla="*/ 4907064 w 4907061"/>
                <a:gd name="T13" fmla="*/ 1696703 h 1676578"/>
                <a:gd name="T14" fmla="*/ 4907064 w 4907061"/>
                <a:gd name="T15" fmla="*/ 91884 h 1676578"/>
                <a:gd name="T16" fmla="*/ 4815181 w 4907061"/>
                <a:gd name="T17" fmla="*/ 0 h 1676578"/>
                <a:gd name="T18" fmla="*/ 91882 w 4907061"/>
                <a:gd name="T19" fmla="*/ 41507 h 1676578"/>
                <a:gd name="T20" fmla="*/ 4815181 w 4907061"/>
                <a:gd name="T21" fmla="*/ 41507 h 1676578"/>
                <a:gd name="T22" fmla="*/ 4865572 w 4907061"/>
                <a:gd name="T23" fmla="*/ 91884 h 1676578"/>
                <a:gd name="T24" fmla="*/ 4865572 w 4907061"/>
                <a:gd name="T25" fmla="*/ 1205974 h 1676578"/>
                <a:gd name="T26" fmla="*/ 1489622 w 4907061"/>
                <a:gd name="T27" fmla="*/ 1205974 h 1676578"/>
                <a:gd name="T28" fmla="*/ 853883 w 4907061"/>
                <a:gd name="T29" fmla="*/ 1581588 h 1676578"/>
                <a:gd name="T30" fmla="*/ 218185 w 4907061"/>
                <a:gd name="T31" fmla="*/ 1205974 h 1676578"/>
                <a:gd name="T32" fmla="*/ 41491 w 4907061"/>
                <a:gd name="T33" fmla="*/ 1205974 h 1676578"/>
                <a:gd name="T34" fmla="*/ 41491 w 4907061"/>
                <a:gd name="T35" fmla="*/ 91884 h 1676578"/>
                <a:gd name="T36" fmla="*/ 91882 w 4907061"/>
                <a:gd name="T37" fmla="*/ 41507 h 167657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907061" h="1676578">
                  <a:moveTo>
                    <a:pt x="4815181" y="0"/>
                  </a:moveTo>
                  <a:lnTo>
                    <a:pt x="91882" y="0"/>
                  </a:lnTo>
                  <a:cubicBezTo>
                    <a:pt x="41207" y="0"/>
                    <a:pt x="0" y="41231"/>
                    <a:pt x="0" y="91884"/>
                  </a:cubicBezTo>
                  <a:lnTo>
                    <a:pt x="0" y="1696700"/>
                  </a:lnTo>
                  <a:cubicBezTo>
                    <a:pt x="0" y="1708158"/>
                    <a:pt x="9306" y="1717463"/>
                    <a:pt x="20725" y="1717463"/>
                  </a:cubicBezTo>
                  <a:lnTo>
                    <a:pt x="4886297" y="1717463"/>
                  </a:lnTo>
                  <a:cubicBezTo>
                    <a:pt x="4897757" y="1717463"/>
                    <a:pt x="4907064" y="1708158"/>
                    <a:pt x="4907064" y="1696700"/>
                  </a:cubicBezTo>
                  <a:lnTo>
                    <a:pt x="4907064" y="91884"/>
                  </a:lnTo>
                  <a:cubicBezTo>
                    <a:pt x="4907064" y="41231"/>
                    <a:pt x="4865856" y="0"/>
                    <a:pt x="4815181" y="0"/>
                  </a:cubicBezTo>
                  <a:close/>
                  <a:moveTo>
                    <a:pt x="91882" y="41507"/>
                  </a:moveTo>
                  <a:lnTo>
                    <a:pt x="4815181" y="41507"/>
                  </a:lnTo>
                  <a:cubicBezTo>
                    <a:pt x="4842978" y="41507"/>
                    <a:pt x="4865572" y="64107"/>
                    <a:pt x="4865572" y="91884"/>
                  </a:cubicBezTo>
                  <a:cubicBezTo>
                    <a:pt x="4865572" y="91884"/>
                    <a:pt x="4865572" y="738742"/>
                    <a:pt x="4865572" y="1205971"/>
                  </a:cubicBezTo>
                  <a:lnTo>
                    <a:pt x="1489622" y="1205971"/>
                  </a:lnTo>
                  <a:cubicBezTo>
                    <a:pt x="1365880" y="1429698"/>
                    <a:pt x="1127497" y="1581585"/>
                    <a:pt x="853883" y="1581585"/>
                  </a:cubicBezTo>
                  <a:cubicBezTo>
                    <a:pt x="580187" y="1581585"/>
                    <a:pt x="341846" y="1429820"/>
                    <a:pt x="218185" y="1205971"/>
                  </a:cubicBezTo>
                  <a:lnTo>
                    <a:pt x="41491" y="1205971"/>
                  </a:lnTo>
                  <a:cubicBezTo>
                    <a:pt x="41491" y="738742"/>
                    <a:pt x="41491" y="91884"/>
                    <a:pt x="41491" y="91884"/>
                  </a:cubicBezTo>
                  <a:cubicBezTo>
                    <a:pt x="41491" y="64107"/>
                    <a:pt x="64086" y="41507"/>
                    <a:pt x="91882" y="415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A37C7989-5F94-4E68-2181-E72733168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3790" y="29863741"/>
              <a:ext cx="204461" cy="245353"/>
            </a:xfrm>
            <a:custGeom>
              <a:avLst/>
              <a:gdLst>
                <a:gd name="T0" fmla="*/ 62718 w 204460"/>
                <a:gd name="T1" fmla="*/ 210480 h 245353"/>
                <a:gd name="T2" fmla="*/ 75763 w 204460"/>
                <a:gd name="T3" fmla="*/ 225880 h 245353"/>
                <a:gd name="T4" fmla="*/ 94863 w 204460"/>
                <a:gd name="T5" fmla="*/ 234576 h 245353"/>
                <a:gd name="T6" fmla="*/ 117582 w 204460"/>
                <a:gd name="T7" fmla="*/ 237420 h 245353"/>
                <a:gd name="T8" fmla="*/ 134610 w 204460"/>
                <a:gd name="T9" fmla="*/ 236120 h 245353"/>
                <a:gd name="T10" fmla="*/ 151637 w 204460"/>
                <a:gd name="T11" fmla="*/ 231000 h 245353"/>
                <a:gd name="T12" fmla="*/ 164885 w 204460"/>
                <a:gd name="T13" fmla="*/ 220557 h 245353"/>
                <a:gd name="T14" fmla="*/ 170168 w 204460"/>
                <a:gd name="T15" fmla="*/ 203654 h 245353"/>
                <a:gd name="T16" fmla="*/ 163178 w 204460"/>
                <a:gd name="T17" fmla="*/ 185857 h 245353"/>
                <a:gd name="T18" fmla="*/ 144769 w 204460"/>
                <a:gd name="T19" fmla="*/ 174479 h 245353"/>
                <a:gd name="T20" fmla="*/ 119087 w 204460"/>
                <a:gd name="T21" fmla="*/ 166515 h 245353"/>
                <a:gd name="T22" fmla="*/ 89905 w 204460"/>
                <a:gd name="T23" fmla="*/ 158917 h 245353"/>
                <a:gd name="T24" fmla="*/ 60321 w 204460"/>
                <a:gd name="T25" fmla="*/ 149612 h 245353"/>
                <a:gd name="T26" fmla="*/ 34597 w 204460"/>
                <a:gd name="T27" fmla="*/ 135390 h 245353"/>
                <a:gd name="T28" fmla="*/ 16188 w 204460"/>
                <a:gd name="T29" fmla="*/ 113611 h 245353"/>
                <a:gd name="T30" fmla="*/ 9198 w 204460"/>
                <a:gd name="T31" fmla="*/ 81917 h 245353"/>
                <a:gd name="T32" fmla="*/ 18098 w 204460"/>
                <a:gd name="T33" fmla="*/ 45712 h 245353"/>
                <a:gd name="T34" fmla="*/ 41424 w 204460"/>
                <a:gd name="T35" fmla="*/ 20073 h 245353"/>
                <a:gd name="T36" fmla="*/ 74016 w 204460"/>
                <a:gd name="T37" fmla="*/ 4916 h 245353"/>
                <a:gd name="T38" fmla="*/ 110389 w 204460"/>
                <a:gd name="T39" fmla="*/ 0 h 245353"/>
                <a:gd name="T40" fmla="*/ 151150 w 204460"/>
                <a:gd name="T41" fmla="*/ 4754 h 245353"/>
                <a:gd name="T42" fmla="*/ 185773 w 204460"/>
                <a:gd name="T43" fmla="*/ 20113 h 245353"/>
                <a:gd name="T44" fmla="*/ 209871 w 204460"/>
                <a:gd name="T45" fmla="*/ 47256 h 245353"/>
                <a:gd name="T46" fmla="*/ 218771 w 204460"/>
                <a:gd name="T47" fmla="*/ 87321 h 245353"/>
                <a:gd name="T48" fmla="*/ 160984 w 204460"/>
                <a:gd name="T49" fmla="*/ 87321 h 245353"/>
                <a:gd name="T50" fmla="*/ 155905 w 204460"/>
                <a:gd name="T51" fmla="*/ 67207 h 245353"/>
                <a:gd name="T52" fmla="*/ 144403 w 204460"/>
                <a:gd name="T53" fmla="*/ 54652 h 245353"/>
                <a:gd name="T54" fmla="*/ 127945 w 204460"/>
                <a:gd name="T55" fmla="*/ 48232 h 245353"/>
                <a:gd name="T56" fmla="*/ 107748 w 204460"/>
                <a:gd name="T57" fmla="*/ 46322 h 245353"/>
                <a:gd name="T58" fmla="*/ 93441 w 204460"/>
                <a:gd name="T59" fmla="*/ 47825 h 245353"/>
                <a:gd name="T60" fmla="*/ 80396 w 204460"/>
                <a:gd name="T61" fmla="*/ 53148 h 245353"/>
                <a:gd name="T62" fmla="*/ 70765 w 204460"/>
                <a:gd name="T63" fmla="*/ 62657 h 245353"/>
                <a:gd name="T64" fmla="*/ 66985 w 204460"/>
                <a:gd name="T65" fmla="*/ 77081 h 245353"/>
                <a:gd name="T66" fmla="*/ 70034 w 204460"/>
                <a:gd name="T67" fmla="*/ 89962 h 245353"/>
                <a:gd name="T68" fmla="*/ 81981 w 204460"/>
                <a:gd name="T69" fmla="*/ 99064 h 245353"/>
                <a:gd name="T70" fmla="*/ 106569 w 204460"/>
                <a:gd name="T71" fmla="*/ 107434 h 245353"/>
                <a:gd name="T72" fmla="*/ 147695 w 204460"/>
                <a:gd name="T73" fmla="*/ 118040 h 245353"/>
                <a:gd name="T74" fmla="*/ 168665 w 204460"/>
                <a:gd name="T75" fmla="*/ 123566 h 245353"/>
                <a:gd name="T76" fmla="*/ 195404 w 204460"/>
                <a:gd name="T77" fmla="*/ 136243 h 245353"/>
                <a:gd name="T78" fmla="*/ 218324 w 204460"/>
                <a:gd name="T79" fmla="*/ 159567 h 245353"/>
                <a:gd name="T80" fmla="*/ 227955 w 204460"/>
                <a:gd name="T81" fmla="*/ 196950 h 245353"/>
                <a:gd name="T82" fmla="*/ 220762 w 204460"/>
                <a:gd name="T83" fmla="*/ 231488 h 245353"/>
                <a:gd name="T84" fmla="*/ 199306 w 204460"/>
                <a:gd name="T85" fmla="*/ 258997 h 245353"/>
                <a:gd name="T86" fmla="*/ 164072 w 204460"/>
                <a:gd name="T87" fmla="*/ 277038 h 245353"/>
                <a:gd name="T88" fmla="*/ 115347 w 204460"/>
                <a:gd name="T89" fmla="*/ 283458 h 245353"/>
                <a:gd name="T90" fmla="*/ 71862 w 204460"/>
                <a:gd name="T91" fmla="*/ 277931 h 245353"/>
                <a:gd name="T92" fmla="*/ 34679 w 204460"/>
                <a:gd name="T93" fmla="*/ 260662 h 245353"/>
                <a:gd name="T94" fmla="*/ 9116 w 204460"/>
                <a:gd name="T95" fmla="*/ 230634 h 245353"/>
                <a:gd name="T96" fmla="*/ 14 w 204460"/>
                <a:gd name="T97" fmla="*/ 187360 h 245353"/>
                <a:gd name="T98" fmla="*/ 57802 w 204460"/>
                <a:gd name="T99" fmla="*/ 187360 h 245353"/>
                <a:gd name="T100" fmla="*/ 62718 w 204460"/>
                <a:gd name="T101" fmla="*/ 210480 h 24535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460" h="245353">
                  <a:moveTo>
                    <a:pt x="62718" y="210480"/>
                  </a:moveTo>
                  <a:cubicBezTo>
                    <a:pt x="65970" y="216819"/>
                    <a:pt x="70318" y="221939"/>
                    <a:pt x="75763" y="225880"/>
                  </a:cubicBezTo>
                  <a:cubicBezTo>
                    <a:pt x="81209" y="229781"/>
                    <a:pt x="87548" y="232707"/>
                    <a:pt x="94863" y="234576"/>
                  </a:cubicBezTo>
                  <a:cubicBezTo>
                    <a:pt x="102218" y="236486"/>
                    <a:pt x="109777" y="237420"/>
                    <a:pt x="117579" y="237420"/>
                  </a:cubicBezTo>
                  <a:cubicBezTo>
                    <a:pt x="122862" y="237420"/>
                    <a:pt x="128552" y="237014"/>
                    <a:pt x="134607" y="236120"/>
                  </a:cubicBezTo>
                  <a:cubicBezTo>
                    <a:pt x="140662" y="235226"/>
                    <a:pt x="146310" y="233519"/>
                    <a:pt x="151634" y="231000"/>
                  </a:cubicBezTo>
                  <a:cubicBezTo>
                    <a:pt x="156917" y="228481"/>
                    <a:pt x="161387" y="224986"/>
                    <a:pt x="164882" y="220557"/>
                  </a:cubicBezTo>
                  <a:cubicBezTo>
                    <a:pt x="168417" y="216128"/>
                    <a:pt x="170165" y="210521"/>
                    <a:pt x="170165" y="203654"/>
                  </a:cubicBezTo>
                  <a:cubicBezTo>
                    <a:pt x="170165" y="196340"/>
                    <a:pt x="167848" y="190407"/>
                    <a:pt x="163175" y="185857"/>
                  </a:cubicBezTo>
                  <a:cubicBezTo>
                    <a:pt x="158502" y="181306"/>
                    <a:pt x="152366" y="177527"/>
                    <a:pt x="144766" y="174479"/>
                  </a:cubicBezTo>
                  <a:cubicBezTo>
                    <a:pt x="137248" y="171432"/>
                    <a:pt x="128633" y="168791"/>
                    <a:pt x="119084" y="166515"/>
                  </a:cubicBezTo>
                  <a:cubicBezTo>
                    <a:pt x="109452" y="164240"/>
                    <a:pt x="99739" y="161720"/>
                    <a:pt x="89905" y="158917"/>
                  </a:cubicBezTo>
                  <a:cubicBezTo>
                    <a:pt x="79786" y="156397"/>
                    <a:pt x="69952" y="153309"/>
                    <a:pt x="60321" y="149612"/>
                  </a:cubicBezTo>
                  <a:cubicBezTo>
                    <a:pt x="50771" y="145955"/>
                    <a:pt x="42156" y="141201"/>
                    <a:pt x="34597" y="135390"/>
                  </a:cubicBezTo>
                  <a:cubicBezTo>
                    <a:pt x="26997" y="129579"/>
                    <a:pt x="20902" y="122306"/>
                    <a:pt x="16188" y="113611"/>
                  </a:cubicBezTo>
                  <a:cubicBezTo>
                    <a:pt x="11556" y="104874"/>
                    <a:pt x="9198" y="94310"/>
                    <a:pt x="9198" y="81917"/>
                  </a:cubicBezTo>
                  <a:cubicBezTo>
                    <a:pt x="9198" y="67979"/>
                    <a:pt x="12206" y="55952"/>
                    <a:pt x="18098" y="45712"/>
                  </a:cubicBezTo>
                  <a:cubicBezTo>
                    <a:pt x="24072" y="35473"/>
                    <a:pt x="31834" y="26940"/>
                    <a:pt x="41424" y="20073"/>
                  </a:cubicBezTo>
                  <a:cubicBezTo>
                    <a:pt x="51014" y="13246"/>
                    <a:pt x="61865" y="8208"/>
                    <a:pt x="74016" y="4916"/>
                  </a:cubicBezTo>
                  <a:cubicBezTo>
                    <a:pt x="86126" y="1625"/>
                    <a:pt x="98276" y="0"/>
                    <a:pt x="110386" y="0"/>
                  </a:cubicBezTo>
                  <a:cubicBezTo>
                    <a:pt x="124529" y="0"/>
                    <a:pt x="138102" y="1584"/>
                    <a:pt x="151147" y="4754"/>
                  </a:cubicBezTo>
                  <a:cubicBezTo>
                    <a:pt x="164110" y="7883"/>
                    <a:pt x="175692" y="13043"/>
                    <a:pt x="185770" y="20113"/>
                  </a:cubicBezTo>
                  <a:cubicBezTo>
                    <a:pt x="195888" y="27224"/>
                    <a:pt x="203935" y="36245"/>
                    <a:pt x="209868" y="47256"/>
                  </a:cubicBezTo>
                  <a:cubicBezTo>
                    <a:pt x="215761" y="58268"/>
                    <a:pt x="218768" y="71636"/>
                    <a:pt x="218768" y="87321"/>
                  </a:cubicBezTo>
                  <a:lnTo>
                    <a:pt x="160981" y="87321"/>
                  </a:lnTo>
                  <a:cubicBezTo>
                    <a:pt x="160453" y="79194"/>
                    <a:pt x="158745" y="72490"/>
                    <a:pt x="155902" y="67207"/>
                  </a:cubicBezTo>
                  <a:cubicBezTo>
                    <a:pt x="153016" y="61884"/>
                    <a:pt x="149155" y="57740"/>
                    <a:pt x="144400" y="54652"/>
                  </a:cubicBezTo>
                  <a:cubicBezTo>
                    <a:pt x="139565" y="51645"/>
                    <a:pt x="134119" y="49491"/>
                    <a:pt x="127942" y="48232"/>
                  </a:cubicBezTo>
                  <a:cubicBezTo>
                    <a:pt x="121765" y="46972"/>
                    <a:pt x="115060" y="46322"/>
                    <a:pt x="107745" y="46322"/>
                  </a:cubicBezTo>
                  <a:cubicBezTo>
                    <a:pt x="102991" y="46322"/>
                    <a:pt x="98195" y="46850"/>
                    <a:pt x="93441" y="47825"/>
                  </a:cubicBezTo>
                  <a:cubicBezTo>
                    <a:pt x="88645" y="48882"/>
                    <a:pt x="84297" y="50629"/>
                    <a:pt x="80396" y="53148"/>
                  </a:cubicBezTo>
                  <a:cubicBezTo>
                    <a:pt x="76495" y="55708"/>
                    <a:pt x="73284" y="58837"/>
                    <a:pt x="70765" y="62657"/>
                  </a:cubicBezTo>
                  <a:cubicBezTo>
                    <a:pt x="68286" y="66435"/>
                    <a:pt x="66985" y="71271"/>
                    <a:pt x="66985" y="77081"/>
                  </a:cubicBezTo>
                  <a:cubicBezTo>
                    <a:pt x="66985" y="82364"/>
                    <a:pt x="68001" y="86671"/>
                    <a:pt x="70034" y="89962"/>
                  </a:cubicBezTo>
                  <a:cubicBezTo>
                    <a:pt x="72024" y="93253"/>
                    <a:pt x="76047" y="96301"/>
                    <a:pt x="81981" y="99064"/>
                  </a:cubicBezTo>
                  <a:cubicBezTo>
                    <a:pt x="87873" y="101827"/>
                    <a:pt x="96082" y="104631"/>
                    <a:pt x="106566" y="107434"/>
                  </a:cubicBezTo>
                  <a:cubicBezTo>
                    <a:pt x="117051" y="110197"/>
                    <a:pt x="130746" y="113732"/>
                    <a:pt x="147692" y="118040"/>
                  </a:cubicBezTo>
                  <a:cubicBezTo>
                    <a:pt x="152732" y="119056"/>
                    <a:pt x="159721" y="120884"/>
                    <a:pt x="168662" y="123566"/>
                  </a:cubicBezTo>
                  <a:cubicBezTo>
                    <a:pt x="177642" y="126207"/>
                    <a:pt x="186543" y="130433"/>
                    <a:pt x="195401" y="136243"/>
                  </a:cubicBezTo>
                  <a:cubicBezTo>
                    <a:pt x="204220" y="142094"/>
                    <a:pt x="211859" y="149855"/>
                    <a:pt x="218321" y="159567"/>
                  </a:cubicBezTo>
                  <a:cubicBezTo>
                    <a:pt x="224741" y="169319"/>
                    <a:pt x="227952" y="181793"/>
                    <a:pt x="227952" y="196950"/>
                  </a:cubicBezTo>
                  <a:cubicBezTo>
                    <a:pt x="227952" y="209343"/>
                    <a:pt x="225555" y="220882"/>
                    <a:pt x="220759" y="231488"/>
                  </a:cubicBezTo>
                  <a:cubicBezTo>
                    <a:pt x="215923" y="242134"/>
                    <a:pt x="208811" y="251276"/>
                    <a:pt x="199303" y="258997"/>
                  </a:cubicBezTo>
                  <a:cubicBezTo>
                    <a:pt x="189834" y="266717"/>
                    <a:pt x="178090" y="272730"/>
                    <a:pt x="164069" y="277038"/>
                  </a:cubicBezTo>
                  <a:cubicBezTo>
                    <a:pt x="150008" y="281304"/>
                    <a:pt x="133753" y="283458"/>
                    <a:pt x="115344" y="283458"/>
                  </a:cubicBezTo>
                  <a:cubicBezTo>
                    <a:pt x="100430" y="283458"/>
                    <a:pt x="85923" y="281629"/>
                    <a:pt x="71862" y="277931"/>
                  </a:cubicBezTo>
                  <a:cubicBezTo>
                    <a:pt x="57882" y="274275"/>
                    <a:pt x="45447" y="268504"/>
                    <a:pt x="34679" y="260662"/>
                  </a:cubicBezTo>
                  <a:cubicBezTo>
                    <a:pt x="23991" y="252780"/>
                    <a:pt x="15456" y="242784"/>
                    <a:pt x="9116" y="230634"/>
                  </a:cubicBezTo>
                  <a:cubicBezTo>
                    <a:pt x="2778" y="218485"/>
                    <a:pt x="-229" y="204060"/>
                    <a:pt x="14" y="187360"/>
                  </a:cubicBezTo>
                  <a:lnTo>
                    <a:pt x="57802" y="187360"/>
                  </a:lnTo>
                  <a:cubicBezTo>
                    <a:pt x="57802" y="196462"/>
                    <a:pt x="59426" y="204182"/>
                    <a:pt x="62718" y="2104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0412FF9-B352-0B56-AE84-0DBBC8008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8528" y="29870405"/>
              <a:ext cx="245353" cy="245353"/>
            </a:xfrm>
            <a:custGeom>
              <a:avLst/>
              <a:gdLst>
                <a:gd name="T0" fmla="*/ 163527 w 245353"/>
                <a:gd name="T1" fmla="*/ 0 h 245353"/>
                <a:gd name="T2" fmla="*/ 264837 w 245353"/>
                <a:gd name="T3" fmla="*/ 270780 h 245353"/>
                <a:gd name="T4" fmla="*/ 202946 w 245353"/>
                <a:gd name="T5" fmla="*/ 270780 h 245353"/>
                <a:gd name="T6" fmla="*/ 182465 w 245353"/>
                <a:gd name="T7" fmla="*/ 210440 h 245353"/>
                <a:gd name="T8" fmla="*/ 81154 w 245353"/>
                <a:gd name="T9" fmla="*/ 210440 h 245353"/>
                <a:gd name="T10" fmla="*/ 59941 w 245353"/>
                <a:gd name="T11" fmla="*/ 270780 h 245353"/>
                <a:gd name="T12" fmla="*/ 0 w 245353"/>
                <a:gd name="T13" fmla="*/ 270780 h 245353"/>
                <a:gd name="T14" fmla="*/ 102449 w 245353"/>
                <a:gd name="T15" fmla="*/ 0 h 245353"/>
                <a:gd name="T16" fmla="*/ 163527 w 245353"/>
                <a:gd name="T17" fmla="*/ 0 h 245353"/>
                <a:gd name="T18" fmla="*/ 166940 w 245353"/>
                <a:gd name="T19" fmla="*/ 166028 h 245353"/>
                <a:gd name="T20" fmla="*/ 132805 w 245353"/>
                <a:gd name="T21" fmla="*/ 66720 h 245353"/>
                <a:gd name="T22" fmla="*/ 132033 w 245353"/>
                <a:gd name="T23" fmla="*/ 66720 h 245353"/>
                <a:gd name="T24" fmla="*/ 96718 w 245353"/>
                <a:gd name="T25" fmla="*/ 166028 h 245353"/>
                <a:gd name="T26" fmla="*/ 166940 w 245353"/>
                <a:gd name="T27" fmla="*/ 166028 h 2453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5353" h="245353">
                  <a:moveTo>
                    <a:pt x="163527" y="0"/>
                  </a:moveTo>
                  <a:lnTo>
                    <a:pt x="264837" y="270780"/>
                  </a:lnTo>
                  <a:lnTo>
                    <a:pt x="202946" y="270780"/>
                  </a:lnTo>
                  <a:lnTo>
                    <a:pt x="182465" y="210440"/>
                  </a:lnTo>
                  <a:lnTo>
                    <a:pt x="81154" y="210440"/>
                  </a:lnTo>
                  <a:lnTo>
                    <a:pt x="59941" y="270780"/>
                  </a:lnTo>
                  <a:lnTo>
                    <a:pt x="0" y="270780"/>
                  </a:lnTo>
                  <a:lnTo>
                    <a:pt x="102449" y="0"/>
                  </a:lnTo>
                  <a:lnTo>
                    <a:pt x="163527" y="0"/>
                  </a:lnTo>
                  <a:close/>
                  <a:moveTo>
                    <a:pt x="166940" y="166028"/>
                  </a:moveTo>
                  <a:lnTo>
                    <a:pt x="132805" y="66720"/>
                  </a:lnTo>
                  <a:lnTo>
                    <a:pt x="132033" y="66720"/>
                  </a:lnTo>
                  <a:lnTo>
                    <a:pt x="96718" y="166028"/>
                  </a:lnTo>
                  <a:lnTo>
                    <a:pt x="166940" y="166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AF6359BF-E7C2-1C3A-302E-DC05F63EE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4725" y="29870405"/>
              <a:ext cx="204461" cy="245353"/>
            </a:xfrm>
            <a:custGeom>
              <a:avLst/>
              <a:gdLst>
                <a:gd name="T0" fmla="*/ 127646 w 204460"/>
                <a:gd name="T1" fmla="*/ 0 h 245353"/>
                <a:gd name="T2" fmla="*/ 162961 w 204460"/>
                <a:gd name="T3" fmla="*/ 3413 h 245353"/>
                <a:gd name="T4" fmla="*/ 190350 w 204460"/>
                <a:gd name="T5" fmla="*/ 14587 h 245353"/>
                <a:gd name="T6" fmla="*/ 208028 w 204460"/>
                <a:gd name="T7" fmla="*/ 35229 h 245353"/>
                <a:gd name="T8" fmla="*/ 214286 w 204460"/>
                <a:gd name="T9" fmla="*/ 67086 h 245353"/>
                <a:gd name="T10" fmla="*/ 204980 w 204460"/>
                <a:gd name="T11" fmla="*/ 101177 h 245353"/>
                <a:gd name="T12" fmla="*/ 177428 w 204460"/>
                <a:gd name="T13" fmla="*/ 123566 h 245353"/>
                <a:gd name="T14" fmla="*/ 214937 w 204460"/>
                <a:gd name="T15" fmla="*/ 148799 h 245353"/>
                <a:gd name="T16" fmla="*/ 227291 w 204460"/>
                <a:gd name="T17" fmla="*/ 192236 h 245353"/>
                <a:gd name="T18" fmla="*/ 219326 w 204460"/>
                <a:gd name="T19" fmla="*/ 227709 h 245353"/>
                <a:gd name="T20" fmla="*/ 197869 w 204460"/>
                <a:gd name="T21" fmla="*/ 252170 h 245353"/>
                <a:gd name="T22" fmla="*/ 167065 w 204460"/>
                <a:gd name="T23" fmla="*/ 266189 h 245353"/>
                <a:gd name="T24" fmla="*/ 131507 w 204460"/>
                <a:gd name="T25" fmla="*/ 270780 h 245353"/>
                <a:gd name="T26" fmla="*/ 0 w 204460"/>
                <a:gd name="T27" fmla="*/ 270780 h 245353"/>
                <a:gd name="T28" fmla="*/ 0 w 204460"/>
                <a:gd name="T29" fmla="*/ 0 h 245353"/>
                <a:gd name="T30" fmla="*/ 127646 w 204460"/>
                <a:gd name="T31" fmla="*/ 0 h 245353"/>
                <a:gd name="T32" fmla="*/ 127646 w 204460"/>
                <a:gd name="T33" fmla="*/ 0 h 245353"/>
                <a:gd name="T34" fmla="*/ 120047 w 204460"/>
                <a:gd name="T35" fmla="*/ 109507 h 245353"/>
                <a:gd name="T36" fmla="*/ 146259 w 204460"/>
                <a:gd name="T37" fmla="*/ 101949 h 245353"/>
                <a:gd name="T38" fmla="*/ 156499 w 204460"/>
                <a:gd name="T39" fmla="*/ 77366 h 245353"/>
                <a:gd name="T40" fmla="*/ 153086 w 204460"/>
                <a:gd name="T41" fmla="*/ 61844 h 245353"/>
                <a:gd name="T42" fmla="*/ 143983 w 204460"/>
                <a:gd name="T43" fmla="*/ 52376 h 245353"/>
                <a:gd name="T44" fmla="*/ 130857 w 204460"/>
                <a:gd name="T45" fmla="*/ 47663 h 245353"/>
                <a:gd name="T46" fmla="*/ 115455 w 204460"/>
                <a:gd name="T47" fmla="*/ 46322 h 245353"/>
                <a:gd name="T48" fmla="*/ 59656 w 204460"/>
                <a:gd name="T49" fmla="*/ 46322 h 245353"/>
                <a:gd name="T50" fmla="*/ 59656 w 204460"/>
                <a:gd name="T51" fmla="*/ 109507 h 245353"/>
                <a:gd name="T52" fmla="*/ 120047 w 204460"/>
                <a:gd name="T53" fmla="*/ 109507 h 245353"/>
                <a:gd name="T54" fmla="*/ 123542 w 204460"/>
                <a:gd name="T55" fmla="*/ 224418 h 245353"/>
                <a:gd name="T56" fmla="*/ 140244 w 204460"/>
                <a:gd name="T57" fmla="*/ 222711 h 245353"/>
                <a:gd name="T58" fmla="*/ 154305 w 204460"/>
                <a:gd name="T59" fmla="*/ 217063 h 245353"/>
                <a:gd name="T60" fmla="*/ 164017 w 204460"/>
                <a:gd name="T61" fmla="*/ 206214 h 245353"/>
                <a:gd name="T62" fmla="*/ 167634 w 204460"/>
                <a:gd name="T63" fmla="*/ 188782 h 245353"/>
                <a:gd name="T64" fmla="*/ 155849 w 204460"/>
                <a:gd name="T65" fmla="*/ 159039 h 245353"/>
                <a:gd name="T66" fmla="*/ 124680 w 204460"/>
                <a:gd name="T67" fmla="*/ 150140 h 245353"/>
                <a:gd name="T68" fmla="*/ 59656 w 204460"/>
                <a:gd name="T69" fmla="*/ 150140 h 245353"/>
                <a:gd name="T70" fmla="*/ 59656 w 204460"/>
                <a:gd name="T71" fmla="*/ 224418 h 245353"/>
                <a:gd name="T72" fmla="*/ 123542 w 204460"/>
                <a:gd name="T73" fmla="*/ 224418 h 24535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4460" h="245353">
                  <a:moveTo>
                    <a:pt x="127643" y="0"/>
                  </a:moveTo>
                  <a:cubicBezTo>
                    <a:pt x="140566" y="0"/>
                    <a:pt x="152351" y="1138"/>
                    <a:pt x="162958" y="3413"/>
                  </a:cubicBezTo>
                  <a:cubicBezTo>
                    <a:pt x="173605" y="5689"/>
                    <a:pt x="182748" y="9427"/>
                    <a:pt x="190347" y="14587"/>
                  </a:cubicBezTo>
                  <a:cubicBezTo>
                    <a:pt x="197947" y="19788"/>
                    <a:pt x="203839" y="26656"/>
                    <a:pt x="208025" y="35229"/>
                  </a:cubicBezTo>
                  <a:cubicBezTo>
                    <a:pt x="212170" y="43843"/>
                    <a:pt x="214283" y="54449"/>
                    <a:pt x="214283" y="67086"/>
                  </a:cubicBezTo>
                  <a:cubicBezTo>
                    <a:pt x="214283" y="80738"/>
                    <a:pt x="211195" y="92075"/>
                    <a:pt x="204977" y="101177"/>
                  </a:cubicBezTo>
                  <a:cubicBezTo>
                    <a:pt x="198759" y="110320"/>
                    <a:pt x="189575" y="117755"/>
                    <a:pt x="177425" y="123566"/>
                  </a:cubicBezTo>
                  <a:cubicBezTo>
                    <a:pt x="194168" y="128361"/>
                    <a:pt x="206684" y="136772"/>
                    <a:pt x="214934" y="148799"/>
                  </a:cubicBezTo>
                  <a:cubicBezTo>
                    <a:pt x="223183" y="160827"/>
                    <a:pt x="227288" y="175292"/>
                    <a:pt x="227288" y="192236"/>
                  </a:cubicBezTo>
                  <a:cubicBezTo>
                    <a:pt x="227288" y="205889"/>
                    <a:pt x="224646" y="217713"/>
                    <a:pt x="219323" y="227709"/>
                  </a:cubicBezTo>
                  <a:cubicBezTo>
                    <a:pt x="213999" y="237705"/>
                    <a:pt x="206806" y="245831"/>
                    <a:pt x="197866" y="252170"/>
                  </a:cubicBezTo>
                  <a:cubicBezTo>
                    <a:pt x="188844" y="258509"/>
                    <a:pt x="178563" y="263182"/>
                    <a:pt x="167062" y="266189"/>
                  </a:cubicBezTo>
                  <a:cubicBezTo>
                    <a:pt x="155521" y="269277"/>
                    <a:pt x="143695" y="270780"/>
                    <a:pt x="131504" y="270780"/>
                  </a:cubicBezTo>
                  <a:lnTo>
                    <a:pt x="0" y="270780"/>
                  </a:lnTo>
                  <a:lnTo>
                    <a:pt x="0" y="0"/>
                  </a:lnTo>
                  <a:lnTo>
                    <a:pt x="127643" y="0"/>
                  </a:lnTo>
                  <a:close/>
                  <a:moveTo>
                    <a:pt x="120044" y="109507"/>
                  </a:moveTo>
                  <a:cubicBezTo>
                    <a:pt x="130651" y="109507"/>
                    <a:pt x="139388" y="106988"/>
                    <a:pt x="146256" y="101949"/>
                  </a:cubicBezTo>
                  <a:cubicBezTo>
                    <a:pt x="153083" y="96870"/>
                    <a:pt x="156496" y="88703"/>
                    <a:pt x="156496" y="77366"/>
                  </a:cubicBezTo>
                  <a:cubicBezTo>
                    <a:pt x="156496" y="71068"/>
                    <a:pt x="155358" y="65867"/>
                    <a:pt x="153083" y="61844"/>
                  </a:cubicBezTo>
                  <a:cubicBezTo>
                    <a:pt x="150807" y="57821"/>
                    <a:pt x="147759" y="54652"/>
                    <a:pt x="143980" y="52376"/>
                  </a:cubicBezTo>
                  <a:cubicBezTo>
                    <a:pt x="140160" y="50142"/>
                    <a:pt x="135771" y="48557"/>
                    <a:pt x="130854" y="47663"/>
                  </a:cubicBezTo>
                  <a:cubicBezTo>
                    <a:pt x="125896" y="46769"/>
                    <a:pt x="120776" y="46322"/>
                    <a:pt x="115452" y="46322"/>
                  </a:cubicBezTo>
                  <a:lnTo>
                    <a:pt x="59656" y="46322"/>
                  </a:lnTo>
                  <a:lnTo>
                    <a:pt x="59656" y="109507"/>
                  </a:lnTo>
                  <a:lnTo>
                    <a:pt x="120044" y="109507"/>
                  </a:lnTo>
                  <a:close/>
                  <a:moveTo>
                    <a:pt x="123539" y="224418"/>
                  </a:moveTo>
                  <a:cubicBezTo>
                    <a:pt x="129350" y="224418"/>
                    <a:pt x="134917" y="223849"/>
                    <a:pt x="140241" y="222711"/>
                  </a:cubicBezTo>
                  <a:cubicBezTo>
                    <a:pt x="145565" y="221573"/>
                    <a:pt x="150279" y="219664"/>
                    <a:pt x="154302" y="217063"/>
                  </a:cubicBezTo>
                  <a:cubicBezTo>
                    <a:pt x="158366" y="214381"/>
                    <a:pt x="161576" y="210765"/>
                    <a:pt x="164014" y="206214"/>
                  </a:cubicBezTo>
                  <a:cubicBezTo>
                    <a:pt x="166412" y="201704"/>
                    <a:pt x="167631" y="195893"/>
                    <a:pt x="167631" y="188782"/>
                  </a:cubicBezTo>
                  <a:cubicBezTo>
                    <a:pt x="167631" y="174886"/>
                    <a:pt x="163689" y="164971"/>
                    <a:pt x="155846" y="159039"/>
                  </a:cubicBezTo>
                  <a:cubicBezTo>
                    <a:pt x="147962" y="153106"/>
                    <a:pt x="137559" y="150140"/>
                    <a:pt x="124677" y="150140"/>
                  </a:cubicBezTo>
                  <a:lnTo>
                    <a:pt x="59656" y="150140"/>
                  </a:lnTo>
                  <a:lnTo>
                    <a:pt x="59656" y="224418"/>
                  </a:lnTo>
                  <a:lnTo>
                    <a:pt x="123539" y="2244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FD322B2B-C780-0E72-537B-93FC9E8D4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2538" y="29870405"/>
              <a:ext cx="245353" cy="245353"/>
            </a:xfrm>
            <a:custGeom>
              <a:avLst/>
              <a:gdLst>
                <a:gd name="T0" fmla="*/ 0 w 245353"/>
                <a:gd name="T1" fmla="*/ 0 h 245353"/>
                <a:gd name="T2" fmla="*/ 66809 w 245353"/>
                <a:gd name="T3" fmla="*/ 0 h 245353"/>
                <a:gd name="T4" fmla="*/ 130204 w 245353"/>
                <a:gd name="T5" fmla="*/ 106947 h 245353"/>
                <a:gd name="T6" fmla="*/ 193233 w 245353"/>
                <a:gd name="T7" fmla="*/ 0 h 245353"/>
                <a:gd name="T8" fmla="*/ 259635 w 245353"/>
                <a:gd name="T9" fmla="*/ 0 h 245353"/>
                <a:gd name="T10" fmla="*/ 159097 w 245353"/>
                <a:gd name="T11" fmla="*/ 166840 h 245353"/>
                <a:gd name="T12" fmla="*/ 159097 w 245353"/>
                <a:gd name="T13" fmla="*/ 270780 h 245353"/>
                <a:gd name="T14" fmla="*/ 99400 w 245353"/>
                <a:gd name="T15" fmla="*/ 270780 h 245353"/>
                <a:gd name="T16" fmla="*/ 99400 w 245353"/>
                <a:gd name="T17" fmla="*/ 165337 h 245353"/>
                <a:gd name="T18" fmla="*/ 0 w 245353"/>
                <a:gd name="T19" fmla="*/ 0 h 24535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5353" h="245353">
                  <a:moveTo>
                    <a:pt x="0" y="0"/>
                  </a:moveTo>
                  <a:lnTo>
                    <a:pt x="66809" y="0"/>
                  </a:lnTo>
                  <a:lnTo>
                    <a:pt x="130204" y="106947"/>
                  </a:lnTo>
                  <a:lnTo>
                    <a:pt x="193233" y="0"/>
                  </a:lnTo>
                  <a:lnTo>
                    <a:pt x="259635" y="0"/>
                  </a:lnTo>
                  <a:lnTo>
                    <a:pt x="159097" y="166840"/>
                  </a:lnTo>
                  <a:lnTo>
                    <a:pt x="159097" y="270780"/>
                  </a:lnTo>
                  <a:lnTo>
                    <a:pt x="99400" y="270780"/>
                  </a:lnTo>
                  <a:lnTo>
                    <a:pt x="99400" y="165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5D5D5106-7934-1B9B-0DC7-003F2894C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0756" y="28710753"/>
              <a:ext cx="858736" cy="858736"/>
            </a:xfrm>
            <a:custGeom>
              <a:avLst/>
              <a:gdLst>
                <a:gd name="T0" fmla="*/ 865710 w 858735"/>
                <a:gd name="T1" fmla="*/ 433125 h 858735"/>
                <a:gd name="T2" fmla="*/ 433174 w 858735"/>
                <a:gd name="T3" fmla="*/ 866247 h 858735"/>
                <a:gd name="T4" fmla="*/ 0 w 858735"/>
                <a:gd name="T5" fmla="*/ 433760 h 858735"/>
                <a:gd name="T6" fmla="*/ 0 w 858735"/>
                <a:gd name="T7" fmla="*/ 433125 h 858735"/>
                <a:gd name="T8" fmla="*/ 432539 w 858735"/>
                <a:gd name="T9" fmla="*/ 0 h 858735"/>
                <a:gd name="T10" fmla="*/ 865710 w 858735"/>
                <a:gd name="T11" fmla="*/ 432490 h 858735"/>
                <a:gd name="T12" fmla="*/ 865710 w 858735"/>
                <a:gd name="T13" fmla="*/ 433125 h 8587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8735" h="858735">
                  <a:moveTo>
                    <a:pt x="865707" y="433122"/>
                  </a:moveTo>
                  <a:cubicBezTo>
                    <a:pt x="865859" y="672120"/>
                    <a:pt x="672221" y="866041"/>
                    <a:pt x="433171" y="866244"/>
                  </a:cubicBezTo>
                  <a:cubicBezTo>
                    <a:pt x="194146" y="866422"/>
                    <a:pt x="203" y="672780"/>
                    <a:pt x="0" y="433757"/>
                  </a:cubicBezTo>
                  <a:cubicBezTo>
                    <a:pt x="0" y="433554"/>
                    <a:pt x="0" y="433325"/>
                    <a:pt x="0" y="433122"/>
                  </a:cubicBezTo>
                  <a:cubicBezTo>
                    <a:pt x="-152" y="194073"/>
                    <a:pt x="193511" y="203"/>
                    <a:pt x="432536" y="0"/>
                  </a:cubicBezTo>
                  <a:cubicBezTo>
                    <a:pt x="671586" y="-178"/>
                    <a:pt x="865529" y="193464"/>
                    <a:pt x="865707" y="432487"/>
                  </a:cubicBezTo>
                  <a:cubicBezTo>
                    <a:pt x="865707" y="432716"/>
                    <a:pt x="865707" y="432894"/>
                    <a:pt x="865707" y="433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388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grpSp>
          <p:nvGrpSpPr>
            <p:cNvPr id="13" name="Graphic 43">
              <a:extLst>
                <a:ext uri="{FF2B5EF4-FFF2-40B4-BE49-F238E27FC236}">
                  <a16:creationId xmlns:a16="http://schemas.microsoft.com/office/drawing/2014/main" id="{EA818489-6F20-B5CD-B2D1-ED6E78936F6D}"/>
                </a:ext>
              </a:extLst>
            </p:cNvPr>
            <p:cNvGrpSpPr/>
            <p:nvPr/>
          </p:nvGrpSpPr>
          <p:grpSpPr>
            <a:xfrm>
              <a:off x="29236941" y="28669739"/>
              <a:ext cx="940520" cy="940520"/>
              <a:chOff x="29236941" y="28669739"/>
              <a:chExt cx="940520" cy="940520"/>
            </a:xfrm>
            <a:solidFill>
              <a:srgbClr val="000000"/>
            </a:solidFill>
          </p:grpSpPr>
          <p:sp>
            <p:nvSpPr>
              <p:cNvPr id="19" name="Freeform: Shape 23">
                <a:extLst>
                  <a:ext uri="{FF2B5EF4-FFF2-40B4-BE49-F238E27FC236}">
                    <a16:creationId xmlns:a16="http://schemas.microsoft.com/office/drawing/2014/main" id="{67A3ACA4-4C21-F4C8-6FC5-33E34CD27B4A}"/>
                  </a:ext>
                </a:extLst>
              </p:cNvPr>
              <p:cNvSpPr/>
              <p:nvPr/>
            </p:nvSpPr>
            <p:spPr>
              <a:xfrm>
                <a:off x="29236941" y="28669739"/>
                <a:ext cx="940520" cy="940520"/>
              </a:xfrm>
              <a:custGeom>
                <a:avLst/>
                <a:gdLst>
                  <a:gd name="connsiteX0" fmla="*/ 473580 w 940520"/>
                  <a:gd name="connsiteY0" fmla="*/ 0 h 940519"/>
                  <a:gd name="connsiteX1" fmla="*/ 140047 w 940520"/>
                  <a:gd name="connsiteY1" fmla="*/ 137476 h 940519"/>
                  <a:gd name="connsiteX2" fmla="*/ 0 w 940520"/>
                  <a:gd name="connsiteY2" fmla="*/ 474128 h 940519"/>
                  <a:gd name="connsiteX3" fmla="*/ 140047 w 940520"/>
                  <a:gd name="connsiteY3" fmla="*/ 808400 h 940519"/>
                  <a:gd name="connsiteX4" fmla="*/ 473580 w 940520"/>
                  <a:gd name="connsiteY4" fmla="*/ 948277 h 940519"/>
                  <a:gd name="connsiteX5" fmla="*/ 813081 w 940520"/>
                  <a:gd name="connsiteY5" fmla="*/ 807209 h 940519"/>
                  <a:gd name="connsiteX6" fmla="*/ 948353 w 940520"/>
                  <a:gd name="connsiteY6" fmla="*/ 474128 h 940519"/>
                  <a:gd name="connsiteX7" fmla="*/ 810668 w 940520"/>
                  <a:gd name="connsiteY7" fmla="*/ 137476 h 940519"/>
                  <a:gd name="connsiteX8" fmla="*/ 473580 w 940520"/>
                  <a:gd name="connsiteY8" fmla="*/ 0 h 940519"/>
                  <a:gd name="connsiteX9" fmla="*/ 474748 w 940520"/>
                  <a:gd name="connsiteY9" fmla="*/ 85334 h 940519"/>
                  <a:gd name="connsiteX10" fmla="*/ 748975 w 940520"/>
                  <a:gd name="connsiteY10" fmla="*/ 199119 h 940519"/>
                  <a:gd name="connsiteX11" fmla="*/ 862887 w 940520"/>
                  <a:gd name="connsiteY11" fmla="*/ 474128 h 940519"/>
                  <a:gd name="connsiteX12" fmla="*/ 751337 w 940520"/>
                  <a:gd name="connsiteY12" fmla="*/ 745587 h 940519"/>
                  <a:gd name="connsiteX13" fmla="*/ 474748 w 940520"/>
                  <a:gd name="connsiteY13" fmla="*/ 861733 h 940519"/>
                  <a:gd name="connsiteX14" fmla="*/ 200572 w 940520"/>
                  <a:gd name="connsiteY14" fmla="*/ 746775 h 940519"/>
                  <a:gd name="connsiteX15" fmla="*/ 85440 w 940520"/>
                  <a:gd name="connsiteY15" fmla="*/ 474128 h 940519"/>
                  <a:gd name="connsiteX16" fmla="*/ 201765 w 940520"/>
                  <a:gd name="connsiteY16" fmla="*/ 199122 h 940519"/>
                  <a:gd name="connsiteX17" fmla="*/ 474748 w 940520"/>
                  <a:gd name="connsiteY17" fmla="*/ 85334 h 940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40520" h="940519">
                    <a:moveTo>
                      <a:pt x="473580" y="0"/>
                    </a:moveTo>
                    <a:cubicBezTo>
                      <a:pt x="342219" y="0"/>
                      <a:pt x="231050" y="45831"/>
                      <a:pt x="140047" y="137476"/>
                    </a:cubicBezTo>
                    <a:cubicBezTo>
                      <a:pt x="46682" y="232314"/>
                      <a:pt x="0" y="344532"/>
                      <a:pt x="0" y="474128"/>
                    </a:cubicBezTo>
                    <a:cubicBezTo>
                      <a:pt x="0" y="603727"/>
                      <a:pt x="46682" y="715170"/>
                      <a:pt x="140047" y="808400"/>
                    </a:cubicBezTo>
                    <a:cubicBezTo>
                      <a:pt x="233386" y="901653"/>
                      <a:pt x="344581" y="948277"/>
                      <a:pt x="473580" y="948277"/>
                    </a:cubicBezTo>
                    <a:cubicBezTo>
                      <a:pt x="604128" y="948277"/>
                      <a:pt x="717278" y="901254"/>
                      <a:pt x="813081" y="807209"/>
                    </a:cubicBezTo>
                    <a:cubicBezTo>
                      <a:pt x="903246" y="717928"/>
                      <a:pt x="948353" y="606881"/>
                      <a:pt x="948353" y="474128"/>
                    </a:cubicBezTo>
                    <a:cubicBezTo>
                      <a:pt x="948353" y="341395"/>
                      <a:pt x="902458" y="229139"/>
                      <a:pt x="810668" y="137476"/>
                    </a:cubicBezTo>
                    <a:cubicBezTo>
                      <a:pt x="718853" y="45831"/>
                      <a:pt x="606515" y="0"/>
                      <a:pt x="473580" y="0"/>
                    </a:cubicBezTo>
                    <a:close/>
                    <a:moveTo>
                      <a:pt x="474748" y="85334"/>
                    </a:moveTo>
                    <a:cubicBezTo>
                      <a:pt x="582387" y="85334"/>
                      <a:pt x="673770" y="123250"/>
                      <a:pt x="748975" y="199119"/>
                    </a:cubicBezTo>
                    <a:cubicBezTo>
                      <a:pt x="824917" y="274196"/>
                      <a:pt x="862887" y="365859"/>
                      <a:pt x="862887" y="474128"/>
                    </a:cubicBezTo>
                    <a:cubicBezTo>
                      <a:pt x="862887" y="583172"/>
                      <a:pt x="825730" y="673664"/>
                      <a:pt x="751337" y="745587"/>
                    </a:cubicBezTo>
                    <a:cubicBezTo>
                      <a:pt x="672983" y="823023"/>
                      <a:pt x="580812" y="861733"/>
                      <a:pt x="474748" y="861733"/>
                    </a:cubicBezTo>
                    <a:cubicBezTo>
                      <a:pt x="368709" y="861733"/>
                      <a:pt x="277326" y="823401"/>
                      <a:pt x="200572" y="746775"/>
                    </a:cubicBezTo>
                    <a:cubicBezTo>
                      <a:pt x="123818" y="670093"/>
                      <a:pt x="85440" y="579243"/>
                      <a:pt x="85440" y="474128"/>
                    </a:cubicBezTo>
                    <a:cubicBezTo>
                      <a:pt x="85440" y="369034"/>
                      <a:pt x="124224" y="277353"/>
                      <a:pt x="201765" y="199122"/>
                    </a:cubicBezTo>
                    <a:cubicBezTo>
                      <a:pt x="276132" y="123250"/>
                      <a:pt x="367135" y="85334"/>
                      <a:pt x="474748" y="853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388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20" name="Freeform: Shape 24">
                <a:extLst>
                  <a:ext uri="{FF2B5EF4-FFF2-40B4-BE49-F238E27FC236}">
                    <a16:creationId xmlns:a16="http://schemas.microsoft.com/office/drawing/2014/main" id="{F5752292-4DCD-F096-B9FE-195ABD5D44AA}"/>
                  </a:ext>
                </a:extLst>
              </p:cNvPr>
              <p:cNvSpPr/>
              <p:nvPr/>
            </p:nvSpPr>
            <p:spPr>
              <a:xfrm>
                <a:off x="29462911" y="28893878"/>
                <a:ext cx="449814" cy="490706"/>
              </a:xfrm>
              <a:custGeom>
                <a:avLst/>
                <a:gdLst>
                  <a:gd name="connsiteX0" fmla="*/ 37437 w 449813"/>
                  <a:gd name="connsiteY0" fmla="*/ 183067 h 490706"/>
                  <a:gd name="connsiteX1" fmla="*/ 245578 w 449813"/>
                  <a:gd name="connsiteY1" fmla="*/ 0 h 490706"/>
                  <a:gd name="connsiteX2" fmla="*/ 489200 w 449813"/>
                  <a:gd name="connsiteY2" fmla="*/ 256300 h 490706"/>
                  <a:gd name="connsiteX3" fmla="*/ 243190 w 449813"/>
                  <a:gd name="connsiteY3" fmla="*/ 510238 h 490706"/>
                  <a:gd name="connsiteX4" fmla="*/ 33856 w 449813"/>
                  <a:gd name="connsiteY4" fmla="*/ 324827 h 490706"/>
                  <a:gd name="connsiteX5" fmla="*/ 153305 w 449813"/>
                  <a:gd name="connsiteY5" fmla="*/ 324827 h 490706"/>
                  <a:gd name="connsiteX6" fmla="*/ 257413 w 449813"/>
                  <a:gd name="connsiteY6" fmla="*/ 411035 h 490706"/>
                  <a:gd name="connsiteX7" fmla="*/ 368608 w 449813"/>
                  <a:gd name="connsiteY7" fmla="*/ 252747 h 490706"/>
                  <a:gd name="connsiteX8" fmla="*/ 259750 w 449813"/>
                  <a:gd name="connsiteY8" fmla="*/ 99223 h 490706"/>
                  <a:gd name="connsiteX9" fmla="*/ 153305 w 449813"/>
                  <a:gd name="connsiteY9" fmla="*/ 183067 h 490706"/>
                  <a:gd name="connsiteX10" fmla="*/ 188076 w 449813"/>
                  <a:gd name="connsiteY10" fmla="*/ 182889 h 490706"/>
                  <a:gd name="connsiteX11" fmla="*/ 94025 w 449813"/>
                  <a:gd name="connsiteY11" fmla="*/ 276893 h 490706"/>
                  <a:gd name="connsiteX12" fmla="*/ 0 w 449813"/>
                  <a:gd name="connsiteY12" fmla="*/ 182889 h 490706"/>
                  <a:gd name="connsiteX13" fmla="*/ 37437 w 449813"/>
                  <a:gd name="connsiteY13" fmla="*/ 183067 h 490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9813" h="490706">
                    <a:moveTo>
                      <a:pt x="37437" y="183067"/>
                    </a:moveTo>
                    <a:cubicBezTo>
                      <a:pt x="56308" y="63766"/>
                      <a:pt x="140326" y="0"/>
                      <a:pt x="245578" y="0"/>
                    </a:cubicBezTo>
                    <a:cubicBezTo>
                      <a:pt x="396978" y="0"/>
                      <a:pt x="489200" y="109836"/>
                      <a:pt x="489200" y="256300"/>
                    </a:cubicBezTo>
                    <a:cubicBezTo>
                      <a:pt x="489200" y="399211"/>
                      <a:pt x="391060" y="510238"/>
                      <a:pt x="243190" y="510238"/>
                    </a:cubicBezTo>
                    <a:cubicBezTo>
                      <a:pt x="141469" y="510238"/>
                      <a:pt x="50441" y="447641"/>
                      <a:pt x="33856" y="324827"/>
                    </a:cubicBezTo>
                    <a:lnTo>
                      <a:pt x="153305" y="324827"/>
                    </a:lnTo>
                    <a:cubicBezTo>
                      <a:pt x="156886" y="388596"/>
                      <a:pt x="198260" y="411035"/>
                      <a:pt x="257413" y="411035"/>
                    </a:cubicBezTo>
                    <a:cubicBezTo>
                      <a:pt x="324795" y="411035"/>
                      <a:pt x="368608" y="348438"/>
                      <a:pt x="368608" y="252747"/>
                    </a:cubicBezTo>
                    <a:cubicBezTo>
                      <a:pt x="368608" y="152376"/>
                      <a:pt x="330738" y="99223"/>
                      <a:pt x="259750" y="99223"/>
                    </a:cubicBezTo>
                    <a:cubicBezTo>
                      <a:pt x="207708" y="99223"/>
                      <a:pt x="162804" y="118130"/>
                      <a:pt x="153305" y="183067"/>
                    </a:cubicBezTo>
                    <a:lnTo>
                      <a:pt x="188076" y="182889"/>
                    </a:lnTo>
                    <a:lnTo>
                      <a:pt x="94025" y="276893"/>
                    </a:lnTo>
                    <a:lnTo>
                      <a:pt x="0" y="182889"/>
                    </a:lnTo>
                    <a:lnTo>
                      <a:pt x="37437" y="183067"/>
                    </a:lnTo>
                    <a:close/>
                  </a:path>
                </a:pathLst>
              </a:custGeom>
              <a:solidFill>
                <a:srgbClr val="000000"/>
              </a:solidFill>
              <a:ln w="25388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2E5FA79-3724-255A-2BF3-C35222E40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0738" y="28714437"/>
              <a:ext cx="858736" cy="858736"/>
            </a:xfrm>
            <a:custGeom>
              <a:avLst/>
              <a:gdLst>
                <a:gd name="T0" fmla="*/ 878301 w 858735"/>
                <a:gd name="T1" fmla="*/ 439103 h 858735"/>
                <a:gd name="T2" fmla="*/ 439152 w 858735"/>
                <a:gd name="T3" fmla="*/ 878202 h 858735"/>
                <a:gd name="T4" fmla="*/ 0 w 858735"/>
                <a:gd name="T5" fmla="*/ 439103 h 858735"/>
                <a:gd name="T6" fmla="*/ 439152 w 858735"/>
                <a:gd name="T7" fmla="*/ 0 h 858735"/>
                <a:gd name="T8" fmla="*/ 878301 w 858735"/>
                <a:gd name="T9" fmla="*/ 439103 h 8587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8735" h="858735">
                  <a:moveTo>
                    <a:pt x="878298" y="439100"/>
                  </a:moveTo>
                  <a:cubicBezTo>
                    <a:pt x="878298" y="681607"/>
                    <a:pt x="681684" y="878199"/>
                    <a:pt x="439149" y="878199"/>
                  </a:cubicBezTo>
                  <a:cubicBezTo>
                    <a:pt x="196613" y="878199"/>
                    <a:pt x="0" y="681607"/>
                    <a:pt x="0" y="439100"/>
                  </a:cubicBezTo>
                  <a:cubicBezTo>
                    <a:pt x="0" y="196592"/>
                    <a:pt x="196614" y="0"/>
                    <a:pt x="439149" y="0"/>
                  </a:cubicBezTo>
                  <a:cubicBezTo>
                    <a:pt x="681684" y="0"/>
                    <a:pt x="878298" y="196592"/>
                    <a:pt x="878298" y="439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  <p:grpSp>
          <p:nvGrpSpPr>
            <p:cNvPr id="15" name="Graphic 43">
              <a:extLst>
                <a:ext uri="{FF2B5EF4-FFF2-40B4-BE49-F238E27FC236}">
                  <a16:creationId xmlns:a16="http://schemas.microsoft.com/office/drawing/2014/main" id="{CBAD8D1C-B766-4A0F-042F-D2259CD1934E}"/>
                </a:ext>
              </a:extLst>
            </p:cNvPr>
            <p:cNvGrpSpPr/>
            <p:nvPr/>
          </p:nvGrpSpPr>
          <p:grpSpPr>
            <a:xfrm>
              <a:off x="28421797" y="28837657"/>
              <a:ext cx="245353" cy="572490"/>
              <a:chOff x="28421797" y="28837657"/>
              <a:chExt cx="245353" cy="572490"/>
            </a:xfrm>
            <a:solidFill>
              <a:srgbClr val="000000"/>
            </a:solidFill>
          </p:grpSpPr>
          <p:sp>
            <p:nvSpPr>
              <p:cNvPr id="17" name="Freeform: Shape 21">
                <a:extLst>
                  <a:ext uri="{FF2B5EF4-FFF2-40B4-BE49-F238E27FC236}">
                    <a16:creationId xmlns:a16="http://schemas.microsoft.com/office/drawing/2014/main" id="{68FED043-D320-B8AC-AAA3-8A3A4B6C376E}"/>
                  </a:ext>
                </a:extLst>
              </p:cNvPr>
              <p:cNvSpPr/>
              <p:nvPr/>
            </p:nvSpPr>
            <p:spPr>
              <a:xfrm>
                <a:off x="28421797" y="28995863"/>
                <a:ext cx="245353" cy="449814"/>
              </a:xfrm>
              <a:custGeom>
                <a:avLst/>
                <a:gdLst>
                  <a:gd name="connsiteX0" fmla="*/ 255206 w 245353"/>
                  <a:gd name="connsiteY0" fmla="*/ 30617 h 449813"/>
                  <a:gd name="connsiteX1" fmla="*/ 224565 w 245353"/>
                  <a:gd name="connsiteY1" fmla="*/ 0 h 449813"/>
                  <a:gd name="connsiteX2" fmla="*/ 30641 w 245353"/>
                  <a:gd name="connsiteY2" fmla="*/ 0 h 449813"/>
                  <a:gd name="connsiteX3" fmla="*/ 0 w 245353"/>
                  <a:gd name="connsiteY3" fmla="*/ 30617 h 449813"/>
                  <a:gd name="connsiteX4" fmla="*/ 0 w 245353"/>
                  <a:gd name="connsiteY4" fmla="*/ 224556 h 449813"/>
                  <a:gd name="connsiteX5" fmla="*/ 54089 w 245353"/>
                  <a:gd name="connsiteY5" fmla="*/ 224556 h 449813"/>
                  <a:gd name="connsiteX6" fmla="*/ 54089 w 245353"/>
                  <a:gd name="connsiteY6" fmla="*/ 454227 h 449813"/>
                  <a:gd name="connsiteX7" fmla="*/ 201076 w 245353"/>
                  <a:gd name="connsiteY7" fmla="*/ 454227 h 449813"/>
                  <a:gd name="connsiteX8" fmla="*/ 201076 w 245353"/>
                  <a:gd name="connsiteY8" fmla="*/ 224556 h 449813"/>
                  <a:gd name="connsiteX9" fmla="*/ 255206 w 245353"/>
                  <a:gd name="connsiteY9" fmla="*/ 224556 h 449813"/>
                  <a:gd name="connsiteX10" fmla="*/ 255206 w 245353"/>
                  <a:gd name="connsiteY10" fmla="*/ 30617 h 449813"/>
                  <a:gd name="connsiteX11" fmla="*/ 255206 w 245353"/>
                  <a:gd name="connsiteY11" fmla="*/ 30617 h 449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5353" h="449813">
                    <a:moveTo>
                      <a:pt x="255206" y="30617"/>
                    </a:moveTo>
                    <a:cubicBezTo>
                      <a:pt x="255206" y="13693"/>
                      <a:pt x="241470" y="0"/>
                      <a:pt x="224565" y="0"/>
                    </a:cubicBezTo>
                    <a:lnTo>
                      <a:pt x="30641" y="0"/>
                    </a:lnTo>
                    <a:cubicBezTo>
                      <a:pt x="13735" y="0"/>
                      <a:pt x="0" y="13693"/>
                      <a:pt x="0" y="30617"/>
                    </a:cubicBezTo>
                    <a:lnTo>
                      <a:pt x="0" y="224556"/>
                    </a:lnTo>
                    <a:lnTo>
                      <a:pt x="54089" y="224556"/>
                    </a:lnTo>
                    <a:lnTo>
                      <a:pt x="54089" y="454227"/>
                    </a:lnTo>
                    <a:lnTo>
                      <a:pt x="201076" y="454227"/>
                    </a:lnTo>
                    <a:lnTo>
                      <a:pt x="201076" y="224556"/>
                    </a:lnTo>
                    <a:lnTo>
                      <a:pt x="255206" y="224556"/>
                    </a:lnTo>
                    <a:lnTo>
                      <a:pt x="255206" y="30617"/>
                    </a:lnTo>
                    <a:lnTo>
                      <a:pt x="255206" y="30617"/>
                    </a:lnTo>
                    <a:close/>
                  </a:path>
                </a:pathLst>
              </a:custGeom>
              <a:solidFill>
                <a:srgbClr val="000000"/>
              </a:solidFill>
              <a:ln w="40621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8" name="Freeform: Shape 22">
                <a:extLst>
                  <a:ext uri="{FF2B5EF4-FFF2-40B4-BE49-F238E27FC236}">
                    <a16:creationId xmlns:a16="http://schemas.microsoft.com/office/drawing/2014/main" id="{694BC65B-0A1E-C2C4-7962-06C234A5F3D3}"/>
                  </a:ext>
                </a:extLst>
              </p:cNvPr>
              <p:cNvSpPr/>
              <p:nvPr/>
            </p:nvSpPr>
            <p:spPr>
              <a:xfrm>
                <a:off x="28483065" y="28837657"/>
                <a:ext cx="122677" cy="122677"/>
              </a:xfrm>
              <a:custGeom>
                <a:avLst/>
                <a:gdLst>
                  <a:gd name="connsiteX0" fmla="*/ 132668 w 122676"/>
                  <a:gd name="connsiteY0" fmla="*/ 66327 h 122676"/>
                  <a:gd name="connsiteX1" fmla="*/ 66334 w 122676"/>
                  <a:gd name="connsiteY1" fmla="*/ 132653 h 122676"/>
                  <a:gd name="connsiteX2" fmla="*/ 0 w 122676"/>
                  <a:gd name="connsiteY2" fmla="*/ 66327 h 122676"/>
                  <a:gd name="connsiteX3" fmla="*/ 66334 w 122676"/>
                  <a:gd name="connsiteY3" fmla="*/ 0 h 122676"/>
                  <a:gd name="connsiteX4" fmla="*/ 132668 w 122676"/>
                  <a:gd name="connsiteY4" fmla="*/ 66327 h 12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676" h="122676">
                    <a:moveTo>
                      <a:pt x="132668" y="66327"/>
                    </a:moveTo>
                    <a:cubicBezTo>
                      <a:pt x="132668" y="102958"/>
                      <a:pt x="102969" y="132653"/>
                      <a:pt x="66334" y="132653"/>
                    </a:cubicBezTo>
                    <a:cubicBezTo>
                      <a:pt x="29699" y="132653"/>
                      <a:pt x="0" y="102958"/>
                      <a:pt x="0" y="66327"/>
                    </a:cubicBezTo>
                    <a:cubicBezTo>
                      <a:pt x="0" y="29695"/>
                      <a:pt x="29699" y="0"/>
                      <a:pt x="66334" y="0"/>
                    </a:cubicBezTo>
                    <a:cubicBezTo>
                      <a:pt x="102969" y="0"/>
                      <a:pt x="132668" y="29695"/>
                      <a:pt x="132668" y="663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40621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6ED7C43E-1771-97EC-B6B3-03ED04260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5196" y="28669749"/>
              <a:ext cx="940520" cy="940520"/>
            </a:xfrm>
            <a:custGeom>
              <a:avLst/>
              <a:gdLst>
                <a:gd name="T0" fmla="*/ 473594 w 940520"/>
                <a:gd name="T1" fmla="*/ 0 h 940519"/>
                <a:gd name="T2" fmla="*/ 140038 w 940520"/>
                <a:gd name="T3" fmla="*/ 137491 h 940519"/>
                <a:gd name="T4" fmla="*/ 0 w 940520"/>
                <a:gd name="T5" fmla="*/ 474108 h 940519"/>
                <a:gd name="T6" fmla="*/ 140038 w 940520"/>
                <a:gd name="T7" fmla="*/ 808402 h 940519"/>
                <a:gd name="T8" fmla="*/ 473594 w 940520"/>
                <a:gd name="T9" fmla="*/ 948246 h 940519"/>
                <a:gd name="T10" fmla="*/ 813042 w 940520"/>
                <a:gd name="T11" fmla="*/ 807191 h 940519"/>
                <a:gd name="T12" fmla="*/ 948366 w 940520"/>
                <a:gd name="T13" fmla="*/ 474108 h 940519"/>
                <a:gd name="T14" fmla="*/ 810725 w 940520"/>
                <a:gd name="T15" fmla="*/ 137491 h 940519"/>
                <a:gd name="T16" fmla="*/ 473594 w 940520"/>
                <a:gd name="T17" fmla="*/ 0 h 940519"/>
                <a:gd name="T18" fmla="*/ 474772 w 940520"/>
                <a:gd name="T19" fmla="*/ 85314 h 940519"/>
                <a:gd name="T20" fmla="*/ 748956 w 940520"/>
                <a:gd name="T21" fmla="*/ 199120 h 940519"/>
                <a:gd name="T22" fmla="*/ 862945 w 940520"/>
                <a:gd name="T23" fmla="*/ 474108 h 940519"/>
                <a:gd name="T24" fmla="*/ 751353 w 940520"/>
                <a:gd name="T25" fmla="*/ 745567 h 940519"/>
                <a:gd name="T26" fmla="*/ 474772 w 940520"/>
                <a:gd name="T27" fmla="*/ 861713 h 940519"/>
                <a:gd name="T28" fmla="*/ 200589 w 940520"/>
                <a:gd name="T29" fmla="*/ 746737 h 940519"/>
                <a:gd name="T30" fmla="*/ 85461 w 940520"/>
                <a:gd name="T31" fmla="*/ 474108 h 940519"/>
                <a:gd name="T32" fmla="*/ 201767 w 940520"/>
                <a:gd name="T33" fmla="*/ 199120 h 940519"/>
                <a:gd name="T34" fmla="*/ 474772 w 940520"/>
                <a:gd name="T35" fmla="*/ 85314 h 9405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40520" h="940519">
                  <a:moveTo>
                    <a:pt x="473594" y="0"/>
                  </a:moveTo>
                  <a:cubicBezTo>
                    <a:pt x="342252" y="0"/>
                    <a:pt x="231026" y="45810"/>
                    <a:pt x="140038" y="137491"/>
                  </a:cubicBezTo>
                  <a:cubicBezTo>
                    <a:pt x="46653" y="232293"/>
                    <a:pt x="0" y="344530"/>
                    <a:pt x="0" y="474105"/>
                  </a:cubicBezTo>
                  <a:cubicBezTo>
                    <a:pt x="0" y="603685"/>
                    <a:pt x="46653" y="715150"/>
                    <a:pt x="140038" y="808399"/>
                  </a:cubicBezTo>
                  <a:cubicBezTo>
                    <a:pt x="233424" y="901636"/>
                    <a:pt x="344609" y="948243"/>
                    <a:pt x="473594" y="948243"/>
                  </a:cubicBezTo>
                  <a:cubicBezTo>
                    <a:pt x="604163" y="948243"/>
                    <a:pt x="717340" y="901271"/>
                    <a:pt x="813042" y="807188"/>
                  </a:cubicBezTo>
                  <a:cubicBezTo>
                    <a:pt x="903298" y="717925"/>
                    <a:pt x="948366" y="606878"/>
                    <a:pt x="948366" y="474105"/>
                  </a:cubicBezTo>
                  <a:cubicBezTo>
                    <a:pt x="948366" y="341332"/>
                    <a:pt x="902486" y="229135"/>
                    <a:pt x="810725" y="137491"/>
                  </a:cubicBezTo>
                  <a:cubicBezTo>
                    <a:pt x="718925" y="45810"/>
                    <a:pt x="606520" y="0"/>
                    <a:pt x="473594" y="0"/>
                  </a:cubicBezTo>
                  <a:close/>
                  <a:moveTo>
                    <a:pt x="474772" y="85314"/>
                  </a:moveTo>
                  <a:cubicBezTo>
                    <a:pt x="582382" y="85314"/>
                    <a:pt x="673776" y="123249"/>
                    <a:pt x="748956" y="199120"/>
                  </a:cubicBezTo>
                  <a:cubicBezTo>
                    <a:pt x="824949" y="274173"/>
                    <a:pt x="862945" y="365858"/>
                    <a:pt x="862945" y="474105"/>
                  </a:cubicBezTo>
                  <a:cubicBezTo>
                    <a:pt x="862945" y="583149"/>
                    <a:pt x="825762" y="673663"/>
                    <a:pt x="751353" y="745564"/>
                  </a:cubicBezTo>
                  <a:cubicBezTo>
                    <a:pt x="673004" y="822999"/>
                    <a:pt x="580797" y="861710"/>
                    <a:pt x="474772" y="861710"/>
                  </a:cubicBezTo>
                  <a:cubicBezTo>
                    <a:pt x="368748" y="861710"/>
                    <a:pt x="277353" y="823397"/>
                    <a:pt x="200589" y="746734"/>
                  </a:cubicBezTo>
                  <a:cubicBezTo>
                    <a:pt x="123823" y="670092"/>
                    <a:pt x="85461" y="579219"/>
                    <a:pt x="85461" y="474105"/>
                  </a:cubicBezTo>
                  <a:cubicBezTo>
                    <a:pt x="85461" y="369011"/>
                    <a:pt x="124230" y="277347"/>
                    <a:pt x="201767" y="199120"/>
                  </a:cubicBezTo>
                  <a:cubicBezTo>
                    <a:pt x="276175" y="123249"/>
                    <a:pt x="367204" y="85314"/>
                    <a:pt x="474772" y="853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0621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CA"/>
            </a:p>
          </p:txBody>
        </p:sp>
      </p:grpSp>
      <p:sp>
        <p:nvSpPr>
          <p:cNvPr id="21" name="Date Placeholder 1">
            <a:extLst>
              <a:ext uri="{FF2B5EF4-FFF2-40B4-BE49-F238E27FC236}">
                <a16:creationId xmlns:a16="http://schemas.microsoft.com/office/drawing/2014/main" id="{9A1AC62D-19BA-4F5D-C9FA-CA03C9C2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2038F-4A8C-45E5-ACF7-E7DA8666CCDD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A74913A3-AD31-5AA8-D898-17B14533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C8DF5F0B-444D-4DD4-64E4-7CEF9668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5193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B6496-D266-439D-8C65-C78482B16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8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C73EE30-2FDF-21F8-A303-D38AD203F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3E997-BFAB-4820-BA5B-1177C17AB203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359B60-B386-9BF0-8EFC-A5DBAD19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838DA8-CD4B-EE18-A821-75E8A5C8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597BB-8EEF-4004-B173-B72441E6A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4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C4BC7FD-C121-0A62-A039-D1A952CA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7DA6B-E0E3-4E8C-9B0D-742C85AAD805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BE7DD8-6330-44F7-AE29-2CD7CE65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083A163-B675-7A27-099A-7E14C962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9FCD8-6BA9-4BE4-A048-4A720DAA2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B2B2-0571-9147-AA24-3B643231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8BFDF-0DF5-4787-B4D5-8F06816B0F82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660DF-C8CD-6ECE-14B2-951A393E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E812-BD91-FABC-CC54-2BDF0D93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B384C-D9DA-462B-A56B-D41B9BAD03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2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1D917-91BE-599B-AB5B-62959B13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09AA6-9A82-49F3-8897-2A8A4F86F016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7EBD5-DA8A-FCD2-EC99-AFD38B4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1091-2A2F-BABC-1041-4931BBDD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A3491-A230-4410-96F6-4E81F1F87D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12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02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B043CAB-FB40-8C62-D6FC-3C391E0C1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C7BAF6-557D-9089-E774-56C9447EC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FBC20-D53B-69EE-D4AB-FC0B18180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2F84BE-2FFD-4C61-A4BA-D838B18F764B}" type="datetime1">
              <a:rPr lang="en-US"/>
              <a:pPr>
                <a:defRPr/>
              </a:pPr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6A4D7-B268-1DF0-F105-30C7CE2B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66501-5449-1D7B-51AE-ABE5C2F45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0206374-93BE-48BA-9AFB-418C1F2D70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57" r:id="rId1"/>
    <p:sldLayoutId id="2147485358" r:id="rId2"/>
    <p:sldLayoutId id="2147485359" r:id="rId3"/>
    <p:sldLayoutId id="2147485360" r:id="rId4"/>
    <p:sldLayoutId id="2147485361" r:id="rId5"/>
    <p:sldLayoutId id="2147485362" r:id="rId6"/>
    <p:sldLayoutId id="2147485368" r:id="rId7"/>
    <p:sldLayoutId id="2147485363" r:id="rId8"/>
    <p:sldLayoutId id="2147485364" r:id="rId9"/>
    <p:sldLayoutId id="2147485365" r:id="rId10"/>
    <p:sldLayoutId id="2147485366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367" r:id="rId1"/>
  </p:sldLayoutIdLst>
  <p:txStyles>
    <p:titleStyle>
      <a:lvl1pPr algn="ctr" defTabSz="557213" rtl="0" eaLnBrk="0" fontAlgn="base" hangingPunct="0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557213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2pPr>
      <a:lvl3pPr algn="ctr" defTabSz="557213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3pPr>
      <a:lvl4pPr algn="ctr" defTabSz="557213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4pPr>
      <a:lvl5pPr algn="ctr" defTabSz="557213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557213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557213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557213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557213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07963" indent="-207963" algn="l" defTabSz="5572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2438" indent="-173038" algn="l" defTabSz="5572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96913" indent="-138113" algn="l" defTabSz="5572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4725" indent="-138113" algn="l" defTabSz="5572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54125" indent="-138113" algn="l" defTabSz="5572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3623" indent="-139420" algn="l" defTabSz="557681" rtl="0" eaLnBrk="1" latinLnBrk="0" hangingPunct="1">
        <a:spcBef>
          <a:spcPct val="20000"/>
        </a:spcBef>
        <a:buFont typeface="Arial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6pPr>
      <a:lvl7pPr marL="1812464" indent="-139420" algn="l" defTabSz="557681" rtl="0" eaLnBrk="1" latinLnBrk="0" hangingPunct="1">
        <a:spcBef>
          <a:spcPct val="20000"/>
        </a:spcBef>
        <a:buFont typeface="Arial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7pPr>
      <a:lvl8pPr marL="2091304" indent="-139420" algn="l" defTabSz="557681" rtl="0" eaLnBrk="1" latinLnBrk="0" hangingPunct="1">
        <a:spcBef>
          <a:spcPct val="20000"/>
        </a:spcBef>
        <a:buFont typeface="Arial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8pPr>
      <a:lvl9pPr marL="2370144" indent="-139420" algn="l" defTabSz="557681" rtl="0" eaLnBrk="1" latinLnBrk="0" hangingPunct="1">
        <a:spcBef>
          <a:spcPct val="20000"/>
        </a:spcBef>
        <a:buFont typeface="Arial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1pPr>
      <a:lvl2pPr marL="278840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2pPr>
      <a:lvl3pPr marL="557681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3pPr>
      <a:lvl4pPr marL="836522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4pPr>
      <a:lvl5pPr marL="1115362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5pPr>
      <a:lvl6pPr marL="1394202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6pPr>
      <a:lvl7pPr marL="1673043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7pPr>
      <a:lvl8pPr marL="1951883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8pPr>
      <a:lvl9pPr marL="2230724" algn="l" defTabSz="557681" rtl="0" eaLnBrk="1" latinLnBrk="0" hangingPunct="1">
        <a:defRPr sz="11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">
            <a:extLst>
              <a:ext uri="{FF2B5EF4-FFF2-40B4-BE49-F238E27FC236}">
                <a16:creationId xmlns:a16="http://schemas.microsoft.com/office/drawing/2014/main" id="{F143B7CD-3751-D7A7-87B4-152E1107F8A5}"/>
              </a:ext>
            </a:extLst>
          </p:cNvPr>
          <p:cNvGrpSpPr>
            <a:grpSpLocks/>
          </p:cNvGrpSpPr>
          <p:nvPr/>
        </p:nvGrpSpPr>
        <p:grpSpPr bwMode="auto">
          <a:xfrm>
            <a:off x="122238" y="136525"/>
            <a:ext cx="8855075" cy="6264061"/>
            <a:chOff x="634542" y="369870"/>
            <a:chExt cx="11000941" cy="61348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2B043F-41E5-721A-014E-9AAF67C945B1}"/>
                </a:ext>
              </a:extLst>
            </p:cNvPr>
            <p:cNvSpPr/>
            <p:nvPr/>
          </p:nvSpPr>
          <p:spPr>
            <a:xfrm>
              <a:off x="691735" y="816085"/>
              <a:ext cx="10943748" cy="54167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1350">
                <a:latin typeface="Century Gothic" panose="020B0502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14C9F8-03FC-0168-9C08-89701CD15352}"/>
                </a:ext>
              </a:extLst>
            </p:cNvPr>
            <p:cNvSpPr/>
            <p:nvPr/>
          </p:nvSpPr>
          <p:spPr>
            <a:xfrm>
              <a:off x="701220" y="2022314"/>
              <a:ext cx="10932290" cy="13949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9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FIVE STAKEHOLDER CONCERN MAP: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9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828AE9-A5E1-8D3C-618A-22884DC7CE6B}"/>
                </a:ext>
              </a:extLst>
            </p:cNvPr>
            <p:cNvSpPr/>
            <p:nvPr/>
          </p:nvSpPr>
          <p:spPr>
            <a:xfrm>
              <a:off x="701953" y="4154409"/>
              <a:ext cx="3423742" cy="74520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9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EVIDENCE USED: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prstClr val="white">
                      <a:lumMod val="75000"/>
                    </a:prstClr>
                  </a:solidFill>
                  <a:latin typeface="Century Gothic" panose="020B0502020202020204" pitchFamily="34" charset="0"/>
                </a:rPr>
                <a:t>Metrics, estimates, models, prototypes, operational data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9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1E9F77-7147-AFD1-BB65-150F6949A524}"/>
                </a:ext>
              </a:extLst>
            </p:cNvPr>
            <p:cNvSpPr/>
            <p:nvPr/>
          </p:nvSpPr>
          <p:spPr>
            <a:xfrm>
              <a:off x="4135914" y="4154409"/>
              <a:ext cx="3409937" cy="74520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9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EVIDENCE GAPS: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prstClr val="white">
                      <a:lumMod val="75000"/>
                    </a:prstClr>
                  </a:solidFill>
                  <a:latin typeface="Century Gothic" panose="020B0502020202020204" pitchFamily="34" charset="0"/>
                </a:rPr>
                <a:t>Gap, owner, due date, decision impact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9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EAD7DC-9E3F-E85E-58F2-324FEDC6C02B}"/>
                </a:ext>
              </a:extLst>
            </p:cNvPr>
            <p:cNvSpPr txBox="1"/>
            <p:nvPr/>
          </p:nvSpPr>
          <p:spPr>
            <a:xfrm>
              <a:off x="634542" y="369870"/>
              <a:ext cx="6737513" cy="2938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1350" dirty="0">
                  <a:latin typeface="Century Gothic" panose="020B0502020202020204" pitchFamily="34" charset="0"/>
                </a:rPr>
                <a:t>FIVE-STAKEHOLDER ARCHITECTURE DECISION MEETING RECORD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77E9FAE-8D5E-0D24-1367-BC507AB6F872}"/>
                </a:ext>
              </a:extLst>
            </p:cNvPr>
            <p:cNvSpPr/>
            <p:nvPr/>
          </p:nvSpPr>
          <p:spPr>
            <a:xfrm>
              <a:off x="9548894" y="388527"/>
              <a:ext cx="1017656" cy="3607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>
                  <a:solidFill>
                    <a:schemeClr val="tx1"/>
                  </a:solidFill>
                  <a:latin typeface="Century Gothic" panose="020B0502020202020204" pitchFamily="34" charset="0"/>
                </a:rPr>
                <a:t>DATE: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1C46FC4-FE64-B0BD-9442-742622A0B5A0}"/>
                </a:ext>
              </a:extLst>
            </p:cNvPr>
            <p:cNvSpPr/>
            <p:nvPr/>
          </p:nvSpPr>
          <p:spPr>
            <a:xfrm>
              <a:off x="10617827" y="388527"/>
              <a:ext cx="1017656" cy="3607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>
                  <a:solidFill>
                    <a:schemeClr val="tx1"/>
                  </a:solidFill>
                  <a:latin typeface="Century Gothic" panose="020B0502020202020204" pitchFamily="34" charset="0"/>
                </a:rPr>
                <a:t>VERSION:</a:t>
              </a:r>
            </a:p>
          </p:txBody>
        </p:sp>
        <p:sp>
          <p:nvSpPr>
            <p:cNvPr id="4121" name="Rectangle 18">
              <a:extLst>
                <a:ext uri="{FF2B5EF4-FFF2-40B4-BE49-F238E27FC236}">
                  <a16:creationId xmlns:a16="http://schemas.microsoft.com/office/drawing/2014/main" id="{AC2639E8-14FA-2855-24BA-B84A45AA9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542" y="6233432"/>
              <a:ext cx="8980784" cy="271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IE" altLang="en-US" sz="600" dirty="0">
                  <a:latin typeface="Century Gothic" panose="020B0502020202020204" pitchFamily="34" charset="0"/>
                </a:rPr>
                <a:t>Designed By: </a:t>
              </a:r>
              <a:r>
                <a:rPr lang="en-IE" altLang="en-US" sz="600" b="1">
                  <a:latin typeface="Century Gothic" panose="020B0502020202020204" pitchFamily="34" charset="0"/>
                </a:rPr>
                <a:t>Rohith Rayapu</a:t>
              </a:r>
              <a:r>
                <a:rPr lang="en-IE" altLang="en-US" sz="600">
                  <a:latin typeface="Century Gothic" panose="020B0502020202020204" pitchFamily="34" charset="0"/>
                </a:rPr>
                <a:t> </a:t>
              </a:r>
              <a:r>
                <a:rPr lang="en-IE" altLang="en-US" sz="600" dirty="0">
                  <a:latin typeface="Century Gothic" panose="020B0502020202020204" pitchFamily="34" charset="0"/>
                </a:rPr>
                <a:t>for </a:t>
              </a:r>
              <a:r>
                <a:rPr lang="en-IE" altLang="en-US" sz="600" b="1" dirty="0">
                  <a:latin typeface="Century Gothic" panose="020B0502020202020204" pitchFamily="34" charset="0"/>
                </a:rPr>
                <a:t>IASA Global.</a:t>
              </a:r>
              <a:br>
                <a:rPr lang="en-IE" altLang="en-US" sz="600" b="1" dirty="0">
                  <a:latin typeface="Century Gothic" panose="020B0502020202020204" pitchFamily="34" charset="0"/>
                </a:rPr>
              </a:br>
              <a:r>
                <a:rPr lang="en-IE" altLang="en-US" sz="600" dirty="0">
                  <a:latin typeface="Century Gothic" panose="020B0502020202020204" pitchFamily="34" charset="0"/>
                </a:rPr>
                <a:t>This work is licensed under a Creative Commons Attribution-</a:t>
              </a:r>
              <a:r>
                <a:rPr lang="en-IE" altLang="en-US" sz="600" dirty="0" err="1">
                  <a:latin typeface="Century Gothic" panose="020B0502020202020204" pitchFamily="34" charset="0"/>
                </a:rPr>
                <a:t>ShareAlike</a:t>
              </a:r>
              <a:r>
                <a:rPr lang="en-IE" altLang="en-US" sz="600" dirty="0">
                  <a:latin typeface="Century Gothic" panose="020B0502020202020204" pitchFamily="34" charset="0"/>
                </a:rPr>
                <a:t> 4.0 International License. http://creativecommons.org/licenses/by-sa/4.0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C1A93FC-E615-CC32-DBB2-2767846208BD}"/>
              </a:ext>
            </a:extLst>
          </p:cNvPr>
          <p:cNvSpPr/>
          <p:nvPr/>
        </p:nvSpPr>
        <p:spPr>
          <a:xfrm>
            <a:off x="6296025" y="146050"/>
            <a:ext cx="960438" cy="37782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>
                <a:solidFill>
                  <a:schemeClr val="tx1"/>
                </a:solidFill>
                <a:latin typeface="Century Gothic" panose="020B0502020202020204" pitchFamily="34" charset="0"/>
              </a:rPr>
              <a:t>DURATION: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1DD3E0-E308-80B5-4014-EA3705D81797}"/>
              </a:ext>
            </a:extLst>
          </p:cNvPr>
          <p:cNvSpPr/>
          <p:nvPr/>
        </p:nvSpPr>
        <p:spPr>
          <a:xfrm>
            <a:off x="5679788" y="3997421"/>
            <a:ext cx="3295650" cy="7566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DISSENT LOG: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7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Stakeholder, concern, severity, response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99665-716B-AE26-209A-FFC765F1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B1E5-962E-4512-8D73-8551A84733FD}" type="slidenum">
              <a:rPr lang="en-IE"/>
              <a:pPr>
                <a:defRPr/>
              </a:pPr>
              <a:t>1</a:t>
            </a:fld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A1553-B4B0-45D0-72BF-CE12B29CC052}"/>
              </a:ext>
            </a:extLst>
          </p:cNvPr>
          <p:cNvSpPr/>
          <p:nvPr/>
        </p:nvSpPr>
        <p:spPr bwMode="auto">
          <a:xfrm>
            <a:off x="2465090" y="592137"/>
            <a:ext cx="2296814" cy="6758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DECISION STATEMENT: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What decision is being made?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7A784A-32DA-80E9-62AF-F28E19913FC8}"/>
              </a:ext>
            </a:extLst>
          </p:cNvPr>
          <p:cNvSpPr/>
          <p:nvPr/>
        </p:nvSpPr>
        <p:spPr bwMode="auto">
          <a:xfrm>
            <a:off x="4764158" y="592137"/>
            <a:ext cx="2107307" cy="6758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DECISION OWNER</a:t>
            </a:r>
            <a:r>
              <a:rPr lang="en-IE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Who is accountable after the meeting?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6B5530-DA1D-DE76-C513-C3DFF43E1492}"/>
              </a:ext>
            </a:extLst>
          </p:cNvPr>
          <p:cNvSpPr/>
          <p:nvPr/>
        </p:nvSpPr>
        <p:spPr bwMode="auto">
          <a:xfrm>
            <a:off x="175910" y="592137"/>
            <a:ext cx="2289180" cy="6758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DECISION TRIGGER: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Why is this decision needed now?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386EC6-EE26-8209-40F0-AA963E39DB45}"/>
              </a:ext>
            </a:extLst>
          </p:cNvPr>
          <p:cNvSpPr/>
          <p:nvPr/>
        </p:nvSpPr>
        <p:spPr bwMode="auto">
          <a:xfrm>
            <a:off x="6872259" y="592137"/>
            <a:ext cx="2107308" cy="6758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IMPACT RADIUS: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Module / Product / Service / Value Stream / Enterprise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D48EB9-1E5A-7E1D-FA2E-A454FA3FA326}"/>
              </a:ext>
            </a:extLst>
          </p:cNvPr>
          <p:cNvSpPr/>
          <p:nvPr/>
        </p:nvSpPr>
        <p:spPr bwMode="auto">
          <a:xfrm>
            <a:off x="175910" y="1257747"/>
            <a:ext cx="8799815" cy="5660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ASRs AND QUALITY ATTRIBUTES: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Requirements, constraints, standards, policies, and quality attributes affected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617C10-E2D3-F247-386D-3D3891442396}"/>
              </a:ext>
            </a:extLst>
          </p:cNvPr>
          <p:cNvSpPr/>
          <p:nvPr/>
        </p:nvSpPr>
        <p:spPr>
          <a:xfrm>
            <a:off x="253539" y="2099753"/>
            <a:ext cx="8655431" cy="1961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EXECUTIVE / SPONSOR / ECONOMIC BUYER: </a:t>
            </a: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Value, funding, timing, risk appetite, opportunity cost</a:t>
            </a:r>
            <a:endParaRPr lang="en-IE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5379648-7A1A-E3E6-3B8D-68D0881D00FB}"/>
              </a:ext>
            </a:extLst>
          </p:cNvPr>
          <p:cNvSpPr/>
          <p:nvPr/>
        </p:nvSpPr>
        <p:spPr>
          <a:xfrm>
            <a:off x="253539" y="2295952"/>
            <a:ext cx="8655431" cy="1961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PRODUCT / CUSTOMER / BUSINESS OWNER: </a:t>
            </a: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Customer outcome, adoption, journey, capability</a:t>
            </a:r>
            <a:endParaRPr lang="en-IE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385535-69D4-5CCE-5EC7-95017A5D9521}"/>
              </a:ext>
            </a:extLst>
          </p:cNvPr>
          <p:cNvSpPr/>
          <p:nvPr/>
        </p:nvSpPr>
        <p:spPr>
          <a:xfrm>
            <a:off x="253539" y="2492151"/>
            <a:ext cx="8655431" cy="1961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ENGINEERING / DELIVERY: </a:t>
            </a: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Feasibility, dependencies, migration, maintainability, reversibility</a:t>
            </a:r>
            <a:endParaRPr lang="en-IE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60BE4FA-8B18-9A31-26B5-DF5B3C89881D}"/>
              </a:ext>
            </a:extLst>
          </p:cNvPr>
          <p:cNvSpPr/>
          <p:nvPr/>
        </p:nvSpPr>
        <p:spPr>
          <a:xfrm>
            <a:off x="253539" y="2688350"/>
            <a:ext cx="8655431" cy="1961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SECURITY / RISK / COMPLIANCE: </a:t>
            </a: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Data, identity, controls, audit, residual risk</a:t>
            </a:r>
            <a:endParaRPr lang="en-IE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CA548E-1965-76AB-9AE7-F6053155D909}"/>
              </a:ext>
            </a:extLst>
          </p:cNvPr>
          <p:cNvSpPr/>
          <p:nvPr/>
        </p:nvSpPr>
        <p:spPr>
          <a:xfrm>
            <a:off x="253539" y="2883648"/>
            <a:ext cx="8655431" cy="1961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OPERATIONS / PLATFORM / SUPPORT: </a:t>
            </a: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Ownership, monitoring, runbooks, recovery, cost-to-run</a:t>
            </a:r>
            <a:endParaRPr lang="en-IE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150" name="Group 4149">
            <a:extLst>
              <a:ext uri="{FF2B5EF4-FFF2-40B4-BE49-F238E27FC236}">
                <a16:creationId xmlns:a16="http://schemas.microsoft.com/office/drawing/2014/main" id="{CE409A30-477A-3FCD-DA9A-B00BF7BABED4}"/>
              </a:ext>
            </a:extLst>
          </p:cNvPr>
          <p:cNvGrpSpPr/>
          <p:nvPr/>
        </p:nvGrpSpPr>
        <p:grpSpPr>
          <a:xfrm>
            <a:off x="178624" y="3233091"/>
            <a:ext cx="8799815" cy="756699"/>
            <a:chOff x="175909" y="3072521"/>
            <a:chExt cx="8799815" cy="75669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35770E2-BC0A-0408-40E1-66662B1499CE}"/>
                </a:ext>
              </a:extLst>
            </p:cNvPr>
            <p:cNvSpPr/>
            <p:nvPr/>
          </p:nvSpPr>
          <p:spPr>
            <a:xfrm>
              <a:off x="175909" y="3072521"/>
              <a:ext cx="8799815" cy="75669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9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OPTIONS CONSIDERED: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9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58D1F7-CB1D-D048-EA0E-777C4C801CFC}"/>
                </a:ext>
              </a:extLst>
            </p:cNvPr>
            <p:cNvSpPr/>
            <p:nvPr/>
          </p:nvSpPr>
          <p:spPr>
            <a:xfrm>
              <a:off x="2462611" y="3277619"/>
              <a:ext cx="2019170" cy="4695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CREDIBLE ALTERNATIVE</a:t>
              </a:r>
            </a:p>
          </p:txBody>
        </p:sp>
        <p:sp>
          <p:nvSpPr>
            <p:cNvPr id="4097" name="Rectangle 4096">
              <a:extLst>
                <a:ext uri="{FF2B5EF4-FFF2-40B4-BE49-F238E27FC236}">
                  <a16:creationId xmlns:a16="http://schemas.microsoft.com/office/drawing/2014/main" id="{749BCCC5-75FE-F1FA-CA1D-56C57822FDAE}"/>
                </a:ext>
              </a:extLst>
            </p:cNvPr>
            <p:cNvSpPr/>
            <p:nvPr/>
          </p:nvSpPr>
          <p:spPr>
            <a:xfrm>
              <a:off x="250375" y="3277619"/>
              <a:ext cx="2019170" cy="4695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PREFERRED OPTION</a:t>
              </a:r>
            </a:p>
          </p:txBody>
        </p:sp>
        <p:sp>
          <p:nvSpPr>
            <p:cNvPr id="4104" name="Rectangle 4103">
              <a:extLst>
                <a:ext uri="{FF2B5EF4-FFF2-40B4-BE49-F238E27FC236}">
                  <a16:creationId xmlns:a16="http://schemas.microsoft.com/office/drawing/2014/main" id="{BC9D9B8C-B959-9BC6-5AAB-6883CDF2F8ED}"/>
                </a:ext>
              </a:extLst>
            </p:cNvPr>
            <p:cNvSpPr/>
            <p:nvPr/>
          </p:nvSpPr>
          <p:spPr>
            <a:xfrm>
              <a:off x="6887084" y="3277619"/>
              <a:ext cx="2019171" cy="4695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DEFER OPTION</a:t>
              </a:r>
            </a:p>
          </p:txBody>
        </p:sp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786CBF9E-A04F-5E0A-FD48-07ED6DB0DAB6}"/>
                </a:ext>
              </a:extLst>
            </p:cNvPr>
            <p:cNvSpPr/>
            <p:nvPr/>
          </p:nvSpPr>
          <p:spPr>
            <a:xfrm>
              <a:off x="4674847" y="3277619"/>
              <a:ext cx="2019170" cy="4695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DO-NOTHING OPTION</a:t>
              </a:r>
            </a:p>
          </p:txBody>
        </p:sp>
      </p:grp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DBDFF7E4-D118-4D4E-3F4D-620F0E048E2A}"/>
              </a:ext>
            </a:extLst>
          </p:cNvPr>
          <p:cNvSpPr/>
          <p:nvPr/>
        </p:nvSpPr>
        <p:spPr>
          <a:xfrm>
            <a:off x="178625" y="4764538"/>
            <a:ext cx="8799815" cy="5941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DECISION STATE: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32A156E5-C4EB-7412-F59B-293F44285665}"/>
              </a:ext>
            </a:extLst>
          </p:cNvPr>
          <p:cNvSpPr/>
          <p:nvPr/>
        </p:nvSpPr>
        <p:spPr bwMode="auto">
          <a:xfrm>
            <a:off x="165560" y="5356964"/>
            <a:ext cx="2744788" cy="7609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FOLLOW-UP ACTIONS: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Action, owner, due date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1BD95E75-889F-A073-1592-A0E7B7857317}"/>
              </a:ext>
            </a:extLst>
          </p:cNvPr>
          <p:cNvSpPr/>
          <p:nvPr/>
        </p:nvSpPr>
        <p:spPr bwMode="auto">
          <a:xfrm>
            <a:off x="2910348" y="5356964"/>
            <a:ext cx="2744788" cy="7609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OUTCOME MEASURE: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6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Metric, baseline, target, review date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03D00C79-AF19-035D-4168-64DD81290F5F}"/>
              </a:ext>
            </a:extLst>
          </p:cNvPr>
          <p:cNvSpPr/>
          <p:nvPr/>
        </p:nvSpPr>
        <p:spPr>
          <a:xfrm>
            <a:off x="5665486" y="5364376"/>
            <a:ext cx="3310238" cy="7586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ADR HANDOFF: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700" dirty="0"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ADR title or ID, ADR owner, repository location, linked decisions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E" sz="9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124" name="Group 4123">
            <a:extLst>
              <a:ext uri="{FF2B5EF4-FFF2-40B4-BE49-F238E27FC236}">
                <a16:creationId xmlns:a16="http://schemas.microsoft.com/office/drawing/2014/main" id="{BA686DFE-5E0F-40AE-98D4-E2E9A48AC7EC}"/>
              </a:ext>
            </a:extLst>
          </p:cNvPr>
          <p:cNvGrpSpPr/>
          <p:nvPr/>
        </p:nvGrpSpPr>
        <p:grpSpPr>
          <a:xfrm>
            <a:off x="395987" y="5015534"/>
            <a:ext cx="716883" cy="163410"/>
            <a:chOff x="296133" y="4829386"/>
            <a:chExt cx="716883" cy="163410"/>
          </a:xfrm>
        </p:grpSpPr>
        <p:sp>
          <p:nvSpPr>
            <p:cNvPr id="4120" name="Rectangle 4119">
              <a:extLst>
                <a:ext uri="{FF2B5EF4-FFF2-40B4-BE49-F238E27FC236}">
                  <a16:creationId xmlns:a16="http://schemas.microsoft.com/office/drawing/2014/main" id="{8F98E59D-F2B9-CFCB-84DF-24A731B2A8F5}"/>
                </a:ext>
              </a:extLst>
            </p:cNvPr>
            <p:cNvSpPr/>
            <p:nvPr/>
          </p:nvSpPr>
          <p:spPr>
            <a:xfrm>
              <a:off x="419100" y="4829386"/>
              <a:ext cx="593916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PROPOSED</a:t>
              </a:r>
            </a:p>
          </p:txBody>
        </p:sp>
        <p:sp>
          <p:nvSpPr>
            <p:cNvPr id="4123" name="Rectangle 4122">
              <a:extLst>
                <a:ext uri="{FF2B5EF4-FFF2-40B4-BE49-F238E27FC236}">
                  <a16:creationId xmlns:a16="http://schemas.microsoft.com/office/drawing/2014/main" id="{9B1EFF5C-B52F-431B-55F8-5D5B9622CBAC}"/>
                </a:ext>
              </a:extLst>
            </p:cNvPr>
            <p:cNvSpPr/>
            <p:nvPr/>
          </p:nvSpPr>
          <p:spPr>
            <a:xfrm>
              <a:off x="296133" y="48543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28" name="Group 4127">
            <a:extLst>
              <a:ext uri="{FF2B5EF4-FFF2-40B4-BE49-F238E27FC236}">
                <a16:creationId xmlns:a16="http://schemas.microsoft.com/office/drawing/2014/main" id="{258E9042-662A-46FD-6638-FD96D9CFEB11}"/>
              </a:ext>
            </a:extLst>
          </p:cNvPr>
          <p:cNvGrpSpPr/>
          <p:nvPr/>
        </p:nvGrpSpPr>
        <p:grpSpPr>
          <a:xfrm>
            <a:off x="1412417" y="5015534"/>
            <a:ext cx="716883" cy="163410"/>
            <a:chOff x="296133" y="4829386"/>
            <a:chExt cx="716883" cy="163410"/>
          </a:xfrm>
        </p:grpSpPr>
        <p:sp>
          <p:nvSpPr>
            <p:cNvPr id="4129" name="Rectangle 4128">
              <a:extLst>
                <a:ext uri="{FF2B5EF4-FFF2-40B4-BE49-F238E27FC236}">
                  <a16:creationId xmlns:a16="http://schemas.microsoft.com/office/drawing/2014/main" id="{D909AC66-03D0-D907-A0CE-82E23C1E5C08}"/>
                </a:ext>
              </a:extLst>
            </p:cNvPr>
            <p:cNvSpPr/>
            <p:nvPr/>
          </p:nvSpPr>
          <p:spPr>
            <a:xfrm>
              <a:off x="419100" y="4829386"/>
              <a:ext cx="593916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ACCEPTED</a:t>
              </a:r>
            </a:p>
          </p:txBody>
        </p:sp>
        <p:sp>
          <p:nvSpPr>
            <p:cNvPr id="4130" name="Rectangle 4129">
              <a:extLst>
                <a:ext uri="{FF2B5EF4-FFF2-40B4-BE49-F238E27FC236}">
                  <a16:creationId xmlns:a16="http://schemas.microsoft.com/office/drawing/2014/main" id="{19EF57DF-5164-9BEA-AA04-FA8131182604}"/>
                </a:ext>
              </a:extLst>
            </p:cNvPr>
            <p:cNvSpPr/>
            <p:nvPr/>
          </p:nvSpPr>
          <p:spPr>
            <a:xfrm>
              <a:off x="296133" y="48543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40" name="Group 4139">
            <a:extLst>
              <a:ext uri="{FF2B5EF4-FFF2-40B4-BE49-F238E27FC236}">
                <a16:creationId xmlns:a16="http://schemas.microsoft.com/office/drawing/2014/main" id="{BA8BB88E-7900-4B02-AFAD-98A096E70DBB}"/>
              </a:ext>
            </a:extLst>
          </p:cNvPr>
          <p:cNvGrpSpPr/>
          <p:nvPr/>
        </p:nvGrpSpPr>
        <p:grpSpPr>
          <a:xfrm>
            <a:off x="2428847" y="5015534"/>
            <a:ext cx="1402907" cy="163410"/>
            <a:chOff x="2079433" y="4819586"/>
            <a:chExt cx="1402907" cy="163410"/>
          </a:xfrm>
        </p:grpSpPr>
        <p:sp>
          <p:nvSpPr>
            <p:cNvPr id="4132" name="Rectangle 4131">
              <a:extLst>
                <a:ext uri="{FF2B5EF4-FFF2-40B4-BE49-F238E27FC236}">
                  <a16:creationId xmlns:a16="http://schemas.microsoft.com/office/drawing/2014/main" id="{D429D5B0-072F-6852-B70F-62B49C3DCF5B}"/>
                </a:ext>
              </a:extLst>
            </p:cNvPr>
            <p:cNvSpPr/>
            <p:nvPr/>
          </p:nvSpPr>
          <p:spPr>
            <a:xfrm>
              <a:off x="2202400" y="4819586"/>
              <a:ext cx="1279940" cy="1634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ACCEPTED WITH CONDITIONS</a:t>
              </a:r>
            </a:p>
          </p:txBody>
        </p:sp>
        <p:sp>
          <p:nvSpPr>
            <p:cNvPr id="4133" name="Rectangle 4132">
              <a:extLst>
                <a:ext uri="{FF2B5EF4-FFF2-40B4-BE49-F238E27FC236}">
                  <a16:creationId xmlns:a16="http://schemas.microsoft.com/office/drawing/2014/main" id="{40681A92-B4D0-7A86-9C9C-DAF52D9F2A60}"/>
                </a:ext>
              </a:extLst>
            </p:cNvPr>
            <p:cNvSpPr/>
            <p:nvPr/>
          </p:nvSpPr>
          <p:spPr>
            <a:xfrm>
              <a:off x="2079433" y="48445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48" name="Group 4147">
            <a:extLst>
              <a:ext uri="{FF2B5EF4-FFF2-40B4-BE49-F238E27FC236}">
                <a16:creationId xmlns:a16="http://schemas.microsoft.com/office/drawing/2014/main" id="{75F7494D-879F-48BE-BADB-80A3741AEB13}"/>
              </a:ext>
            </a:extLst>
          </p:cNvPr>
          <p:cNvGrpSpPr/>
          <p:nvPr/>
        </p:nvGrpSpPr>
        <p:grpSpPr>
          <a:xfrm>
            <a:off x="6971113" y="5015534"/>
            <a:ext cx="737915" cy="163410"/>
            <a:chOff x="6941600" y="4829386"/>
            <a:chExt cx="737915" cy="163410"/>
          </a:xfrm>
        </p:grpSpPr>
        <p:sp>
          <p:nvSpPr>
            <p:cNvPr id="4135" name="Rectangle 4134">
              <a:extLst>
                <a:ext uri="{FF2B5EF4-FFF2-40B4-BE49-F238E27FC236}">
                  <a16:creationId xmlns:a16="http://schemas.microsoft.com/office/drawing/2014/main" id="{75966A71-04B4-1B01-9486-A813AD1500AE}"/>
                </a:ext>
              </a:extLst>
            </p:cNvPr>
            <p:cNvSpPr/>
            <p:nvPr/>
          </p:nvSpPr>
          <p:spPr>
            <a:xfrm>
              <a:off x="7064566" y="4829386"/>
              <a:ext cx="614949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ESCALATED</a:t>
              </a:r>
            </a:p>
          </p:txBody>
        </p:sp>
        <p:sp>
          <p:nvSpPr>
            <p:cNvPr id="4136" name="Rectangle 4135">
              <a:extLst>
                <a:ext uri="{FF2B5EF4-FFF2-40B4-BE49-F238E27FC236}">
                  <a16:creationId xmlns:a16="http://schemas.microsoft.com/office/drawing/2014/main" id="{589304CA-FD4A-9340-E56D-2B9C5D3BA64D}"/>
                </a:ext>
              </a:extLst>
            </p:cNvPr>
            <p:cNvSpPr/>
            <p:nvPr/>
          </p:nvSpPr>
          <p:spPr>
            <a:xfrm>
              <a:off x="6941600" y="48543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49" name="Group 4148">
            <a:extLst>
              <a:ext uri="{FF2B5EF4-FFF2-40B4-BE49-F238E27FC236}">
                <a16:creationId xmlns:a16="http://schemas.microsoft.com/office/drawing/2014/main" id="{0A10BF6E-7FE4-6740-C184-446304C6B3BA}"/>
              </a:ext>
            </a:extLst>
          </p:cNvPr>
          <p:cNvGrpSpPr/>
          <p:nvPr/>
        </p:nvGrpSpPr>
        <p:grpSpPr>
          <a:xfrm>
            <a:off x="8008577" y="5005116"/>
            <a:ext cx="839849" cy="173828"/>
            <a:chOff x="8008017" y="4804849"/>
            <a:chExt cx="839849" cy="173828"/>
          </a:xfrm>
        </p:grpSpPr>
        <p:sp>
          <p:nvSpPr>
            <p:cNvPr id="4138" name="Rectangle 4137">
              <a:extLst>
                <a:ext uri="{FF2B5EF4-FFF2-40B4-BE49-F238E27FC236}">
                  <a16:creationId xmlns:a16="http://schemas.microsoft.com/office/drawing/2014/main" id="{412BDF08-2C72-F553-277B-012C502BA6C1}"/>
                </a:ext>
              </a:extLst>
            </p:cNvPr>
            <p:cNvSpPr/>
            <p:nvPr/>
          </p:nvSpPr>
          <p:spPr>
            <a:xfrm>
              <a:off x="8130983" y="4804849"/>
              <a:ext cx="716883" cy="1738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SUPERSEEDED</a:t>
              </a:r>
            </a:p>
          </p:txBody>
        </p:sp>
        <p:sp>
          <p:nvSpPr>
            <p:cNvPr id="4139" name="Rectangle 4138">
              <a:extLst>
                <a:ext uri="{FF2B5EF4-FFF2-40B4-BE49-F238E27FC236}">
                  <a16:creationId xmlns:a16="http://schemas.microsoft.com/office/drawing/2014/main" id="{BD3074B2-2379-07F2-14F1-161703AC19E1}"/>
                </a:ext>
              </a:extLst>
            </p:cNvPr>
            <p:cNvSpPr/>
            <p:nvPr/>
          </p:nvSpPr>
          <p:spPr>
            <a:xfrm>
              <a:off x="8008017" y="4829832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44" name="Group 4143">
            <a:extLst>
              <a:ext uri="{FF2B5EF4-FFF2-40B4-BE49-F238E27FC236}">
                <a16:creationId xmlns:a16="http://schemas.microsoft.com/office/drawing/2014/main" id="{184E8734-FC06-EB98-FDFE-42B9ACBA7325}"/>
              </a:ext>
            </a:extLst>
          </p:cNvPr>
          <p:cNvGrpSpPr/>
          <p:nvPr/>
        </p:nvGrpSpPr>
        <p:grpSpPr>
          <a:xfrm>
            <a:off x="4131301" y="5015534"/>
            <a:ext cx="1523835" cy="163410"/>
            <a:chOff x="3634905" y="4819586"/>
            <a:chExt cx="1523835" cy="163410"/>
          </a:xfrm>
        </p:grpSpPr>
        <p:sp>
          <p:nvSpPr>
            <p:cNvPr id="4142" name="Rectangle 4141">
              <a:extLst>
                <a:ext uri="{FF2B5EF4-FFF2-40B4-BE49-F238E27FC236}">
                  <a16:creationId xmlns:a16="http://schemas.microsoft.com/office/drawing/2014/main" id="{2AF9EC6A-E756-019C-AA4B-D6B67A72B113}"/>
                </a:ext>
              </a:extLst>
            </p:cNvPr>
            <p:cNvSpPr/>
            <p:nvPr/>
          </p:nvSpPr>
          <p:spPr>
            <a:xfrm>
              <a:off x="3757872" y="4819586"/>
              <a:ext cx="1400868" cy="1634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DEFERRED PENDING EVIDENCE</a:t>
              </a:r>
            </a:p>
          </p:txBody>
        </p:sp>
        <p:sp>
          <p:nvSpPr>
            <p:cNvPr id="4143" name="Rectangle 4142">
              <a:extLst>
                <a:ext uri="{FF2B5EF4-FFF2-40B4-BE49-F238E27FC236}">
                  <a16:creationId xmlns:a16="http://schemas.microsoft.com/office/drawing/2014/main" id="{C42EE313-728B-329F-C1A2-22D7315A3E8A}"/>
                </a:ext>
              </a:extLst>
            </p:cNvPr>
            <p:cNvSpPr/>
            <p:nvPr/>
          </p:nvSpPr>
          <p:spPr>
            <a:xfrm>
              <a:off x="3634905" y="48445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45" name="Group 4144">
            <a:extLst>
              <a:ext uri="{FF2B5EF4-FFF2-40B4-BE49-F238E27FC236}">
                <a16:creationId xmlns:a16="http://schemas.microsoft.com/office/drawing/2014/main" id="{47F69790-90EC-8CE2-E9CB-11E3F6384E1F}"/>
              </a:ext>
            </a:extLst>
          </p:cNvPr>
          <p:cNvGrpSpPr/>
          <p:nvPr/>
        </p:nvGrpSpPr>
        <p:grpSpPr>
          <a:xfrm>
            <a:off x="5954683" y="5015534"/>
            <a:ext cx="716883" cy="163410"/>
            <a:chOff x="296133" y="4829386"/>
            <a:chExt cx="716883" cy="163410"/>
          </a:xfrm>
        </p:grpSpPr>
        <p:sp>
          <p:nvSpPr>
            <p:cNvPr id="4146" name="Rectangle 4145">
              <a:extLst>
                <a:ext uri="{FF2B5EF4-FFF2-40B4-BE49-F238E27FC236}">
                  <a16:creationId xmlns:a16="http://schemas.microsoft.com/office/drawing/2014/main" id="{76E66A30-EAB5-5F85-89E6-D8143BD9B394}"/>
                </a:ext>
              </a:extLst>
            </p:cNvPr>
            <p:cNvSpPr/>
            <p:nvPr/>
          </p:nvSpPr>
          <p:spPr>
            <a:xfrm>
              <a:off x="419100" y="4829386"/>
              <a:ext cx="593916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E" sz="6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REJECTED</a:t>
              </a:r>
            </a:p>
          </p:txBody>
        </p:sp>
        <p:sp>
          <p:nvSpPr>
            <p:cNvPr id="4147" name="Rectangle 4146">
              <a:extLst>
                <a:ext uri="{FF2B5EF4-FFF2-40B4-BE49-F238E27FC236}">
                  <a16:creationId xmlns:a16="http://schemas.microsoft.com/office/drawing/2014/main" id="{F4D019BF-CD79-F3B9-FC0D-FD4E1D07A2BE}"/>
                </a:ext>
              </a:extLst>
            </p:cNvPr>
            <p:cNvSpPr/>
            <p:nvPr/>
          </p:nvSpPr>
          <p:spPr>
            <a:xfrm>
              <a:off x="296133" y="4854369"/>
              <a:ext cx="122967" cy="1384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E" sz="6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PF One Pager">
  <a:themeElements>
    <a:clrScheme name="ITAP color palette">
      <a:dk1>
        <a:srgbClr val="555555"/>
      </a:dk1>
      <a:lt1>
        <a:sysClr val="window" lastClr="FFFFFF"/>
      </a:lt1>
      <a:dk2>
        <a:srgbClr val="004278"/>
      </a:dk2>
      <a:lt2>
        <a:srgbClr val="EBEDEE"/>
      </a:lt2>
      <a:accent1>
        <a:srgbClr val="82AB00"/>
      </a:accent1>
      <a:accent2>
        <a:srgbClr val="FF691F"/>
      </a:accent2>
      <a:accent3>
        <a:srgbClr val="2BA3B5"/>
      </a:accent3>
      <a:accent4>
        <a:srgbClr val="DBCCB5"/>
      </a:accent4>
      <a:accent5>
        <a:srgbClr val="898575"/>
      </a:accent5>
      <a:accent6>
        <a:srgbClr val="57453B"/>
      </a:accent6>
      <a:hlink>
        <a:srgbClr val="1595FF"/>
      </a:hlink>
      <a:folHlink>
        <a:srgbClr val="A5A5A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main xmlns="099940de-42d8-436e-a75d-edc3388fef9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4EA1FF0C90CC46BE0B2DAE7343BC82" ma:contentTypeVersion="12" ma:contentTypeDescription="Create a new document." ma:contentTypeScope="" ma:versionID="b329578def8a70f71d0bb5cad72c4311">
  <xsd:schema xmlns:xsd="http://www.w3.org/2001/XMLSchema" xmlns:xs="http://www.w3.org/2001/XMLSchema" xmlns:p="http://schemas.microsoft.com/office/2006/metadata/properties" xmlns:ns2="099940de-42d8-436e-a75d-edc3388fef96" xmlns:ns3="507c5c30-90b0-4827-b6f5-897a167f48d4" targetNamespace="http://schemas.microsoft.com/office/2006/metadata/properties" ma:root="true" ma:fieldsID="b67d4364aba504805f11f2c544d6c2ba" ns2:_="" ns3:_="">
    <xsd:import namespace="099940de-42d8-436e-a75d-edc3388fef96"/>
    <xsd:import namespace="507c5c30-90b0-4827-b6f5-897a167f48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Domai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940de-42d8-436e-a75d-edc3388fe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main" ma:index="17" nillable="true" ma:displayName="Domain" ma:description="ITABoK Domain" ma:format="Dropdown" ma:internalName="Domai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7c5c30-90b0-4827-b6f5-897a167f48d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4B9B2-494E-4F66-A435-90DE2BB0C33C}">
  <ds:schemaRefs>
    <ds:schemaRef ds:uri="http://purl.org/dc/dcmitype/"/>
    <ds:schemaRef ds:uri="099940de-42d8-436e-a75d-edc3388fef96"/>
    <ds:schemaRef ds:uri="http://purl.org/dc/terms/"/>
    <ds:schemaRef ds:uri="507c5c30-90b0-4827-b6f5-897a167f48d4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F474A18-2A81-4001-B2E2-9545CE5EC0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A9E312-1F84-49D3-90DE-514C2FEE7FA2}">
  <ds:schemaRefs>
    <ds:schemaRef ds:uri="099940de-42d8-436e-a75d-edc3388fef96"/>
    <ds:schemaRef ds:uri="507c5c30-90b0-4827-b6f5-897a167f48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288</Words>
  <Application>Microsoft Office PowerPoint</Application>
  <PresentationFormat>On-screen Show (4:3)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Office Theme</vt:lpstr>
      <vt:lpstr>MAPF One Pager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WORKSHOPS</dc:title>
  <dc:creator>Zillah Pischkur</dc:creator>
  <cp:lastModifiedBy>Rohith Rayapu</cp:lastModifiedBy>
  <cp:revision>286</cp:revision>
  <cp:lastPrinted>2019-05-02T10:48:10Z</cp:lastPrinted>
  <dcterms:created xsi:type="dcterms:W3CDTF">2019-04-30T12:07:12Z</dcterms:created>
  <dcterms:modified xsi:type="dcterms:W3CDTF">2026-07-04T17:41:53Z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0x010100E84EA1FF0C90CC46BE0B2DAE7343BC82</vt:lpwstr>
  </property>
  <property fmtid="{D5CDD505-2E9C-101B-9397-08002B2CF9AE}" pid="3" name="ArticulateGUID">
    <vt:lpwstr>63AA75CB-DC12-4DEF-BBFC-583E59E2968B</vt:lpwstr>
  </property>
  <property fmtid="{D5CDD505-2E9C-101B-9397-08002B2CF9AE}" pid="4" name="ArticulatePath">
    <vt:lpwstr>https://iasahome.sharepoint.com/sites/ITABoKTeam/Shared Documents/General/ITABoK 3.0/Canvases and Templates/Canvases and Cards</vt:lpwstr>
  </property>
  <property fmtid="{D5CDD505-2E9C-101B-9397-08002B2CF9AE}" pid="5" name="MSIP_Label_80688fb5-e905-406a-b5bb-66a6f1c80bbd_Enabled">
    <vt:lpwstr>true</vt:lpwstr>
  </property>
  <property fmtid="{D5CDD505-2E9C-101B-9397-08002B2CF9AE}" pid="6" name="MSIP_Label_80688fb5-e905-406a-b5bb-66a6f1c80bbd_SetDate">
    <vt:lpwstr>2026-07-04T17:40:08Z</vt:lpwstr>
  </property>
  <property fmtid="{D5CDD505-2E9C-101B-9397-08002B2CF9AE}" pid="7" name="MSIP_Label_80688fb5-e905-406a-b5bb-66a6f1c80bbd_Method">
    <vt:lpwstr>Standard</vt:lpwstr>
  </property>
  <property fmtid="{D5CDD505-2E9C-101B-9397-08002B2CF9AE}" pid="8" name="MSIP_Label_80688fb5-e905-406a-b5bb-66a6f1c80bbd_Name">
    <vt:lpwstr>Internal</vt:lpwstr>
  </property>
  <property fmtid="{D5CDD505-2E9C-101B-9397-08002B2CF9AE}" pid="9" name="MSIP_Label_80688fb5-e905-406a-b5bb-66a6f1c80bbd_SiteId">
    <vt:lpwstr>051b548f-b394-4991-b728-512e5d528a3e</vt:lpwstr>
  </property>
  <property fmtid="{D5CDD505-2E9C-101B-9397-08002B2CF9AE}" pid="10" name="MSIP_Label_80688fb5-e905-406a-b5bb-66a6f1c80bbd_ActionId">
    <vt:lpwstr>0c783432-bd78-4f9d-9b07-b108c411d440</vt:lpwstr>
  </property>
  <property fmtid="{D5CDD505-2E9C-101B-9397-08002B2CF9AE}" pid="11" name="MSIP_Label_80688fb5-e905-406a-b5bb-66a6f1c80bbd_ContentBits">
    <vt:lpwstr>0</vt:lpwstr>
  </property>
  <property fmtid="{D5CDD505-2E9C-101B-9397-08002B2CF9AE}" pid="12" name="MSIP_Label_80688fb5-e905-406a-b5bb-66a6f1c80bbd_Tag">
    <vt:lpwstr>10, 3, 0, 1</vt:lpwstr>
  </property>
</Properties>
</file>